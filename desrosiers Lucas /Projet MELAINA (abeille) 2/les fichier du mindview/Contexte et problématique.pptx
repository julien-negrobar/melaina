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 varScale="1">
        <p:scale>
          <a:sx n="120" d="100"/>
          <a:sy n="120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F891E-606E-C441-98E2-969BF8718F19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AAC6-C926-734E-B564-F540B89ABD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17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4AAC6-C926-734E-B564-F540B89ABDF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686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5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2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5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1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0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1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18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4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70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7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7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27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12/23/25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3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12/23/25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99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20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12/23/25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63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12/23/25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02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05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12/23/25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548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12/23/25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76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12/23/25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59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62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786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32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09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7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554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483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336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98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3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304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486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8194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664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02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130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28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154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913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86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809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044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1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96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6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50" r:id="rId38"/>
    <p:sldLayoutId id="2147483739" r:id="rId39"/>
    <p:sldLayoutId id="2147483740" r:id="rId40"/>
    <p:sldLayoutId id="2147483741" r:id="rId41"/>
    <p:sldLayoutId id="2147483742" r:id="rId42"/>
    <p:sldLayoutId id="2147483743" r:id="rId43"/>
    <p:sldLayoutId id="2147483744" r:id="rId44"/>
    <p:sldLayoutId id="2147483745" r:id="rId45"/>
    <p:sldLayoutId id="2147483746" r:id="rId46"/>
    <p:sldLayoutId id="2147483747" r:id="rId47"/>
    <p:sldLayoutId id="2147483748" r:id="rId48"/>
    <p:sldLayoutId id="2147483749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6A0EA-8143-C23A-E97B-39A3E244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243" y="1078992"/>
            <a:ext cx="3726518" cy="2158478"/>
          </a:xfrm>
        </p:spPr>
        <p:txBody>
          <a:bodyPr anchor="b">
            <a:normAutofit fontScale="90000"/>
          </a:bodyPr>
          <a:lstStyle/>
          <a:p>
            <a:r>
              <a:rPr lang="fr-FR" dirty="0"/>
              <a:t>Dans quel contexte s’inscrit le projet MELAINA ?</a:t>
            </a:r>
          </a:p>
        </p:txBody>
      </p:sp>
      <p:pic>
        <p:nvPicPr>
          <p:cNvPr id="5" name="Image 4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C7A13A5B-B045-5C5E-C836-9796DC3E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79" r="3968"/>
          <a:stretch>
            <a:fillRect/>
          </a:stretch>
        </p:blipFill>
        <p:spPr>
          <a:xfrm>
            <a:off x="20" y="10"/>
            <a:ext cx="778134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463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A96B14-66E9-B9B8-5740-CDE2FFF77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411480"/>
            <a:ext cx="4752995" cy="5734796"/>
          </a:xfrm>
        </p:spPr>
        <p:txBody>
          <a:bodyPr anchor="t">
            <a:normAutofit/>
          </a:bodyPr>
          <a:lstStyle/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Le client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EARL ELISABETH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Apiculteur professionnel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Localisation : Rivière-Salée, Martinique</a:t>
            </a:r>
            <a:b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MQ" sz="1800" dirty="0">
                <a:latin typeface="Arial" panose="020B0604020202020204" pitchFamily="34" charset="0"/>
                <a:cs typeface="Arial" panose="020B0604020202020204" pitchFamily="34" charset="0"/>
              </a:rPr>
              <a:t>🐝 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LE MÉTIER D'APICULTEUR: </a:t>
            </a:r>
          </a:p>
          <a:p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-    Production et commercialisation de miel </a:t>
            </a:r>
          </a:p>
          <a:p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-    Gestion de ruchers (4-5 ruches par site)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Ruches isolées en zones reculées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Masse : 30 kg (vide) à 150 kg (pleine)</a:t>
            </a:r>
            <a:b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⚠️ CONTRAINTES ACTUELLES :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Déplacements fréquents pour contrôle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Surveillance de la miellée (production) </a:t>
            </a:r>
          </a:p>
          <a:p>
            <a:pPr marL="285750" indent="-285750">
              <a:buFontTx/>
              <a:buChar char="-"/>
            </a:pPr>
            <a:r>
              <a:rPr lang="fr-FR" sz="1700" b="0" dirty="0">
                <a:latin typeface="Arial" panose="020B0604020202020204" pitchFamily="34" charset="0"/>
                <a:cs typeface="Arial" panose="020B0604020202020204" pitchFamily="34" charset="0"/>
              </a:rPr>
              <a:t>Risques : vol, essaimage, intempéries                 </a:t>
            </a:r>
          </a:p>
        </p:txBody>
      </p:sp>
      <p:pic>
        <p:nvPicPr>
          <p:cNvPr id="7" name="Image 6" descr="Une image contenant rayon de miel, invertébré, Insecte à ailes membraneuses, Pollinisateur&#10;&#10;Le contenu généré par l’IA peut être incorrect.">
            <a:extLst>
              <a:ext uri="{FF2B5EF4-FFF2-40B4-BE49-F238E27FC236}">
                <a16:creationId xmlns:a16="http://schemas.microsoft.com/office/drawing/2014/main" id="{3E5F1D57-74EC-4CA8-ACC3-41A589DE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1" r="21869" b="-1"/>
          <a:stretch>
            <a:fillRect/>
          </a:stretch>
        </p:blipFill>
        <p:spPr>
          <a:xfrm>
            <a:off x="5596118" y="0"/>
            <a:ext cx="6595882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416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A701-129C-7D88-C588-631D00A8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rayon de miel, invertébré, Insecte à ailes membraneuses, Pollinisateur&#10;&#10;Le contenu généré par l’IA peut être incorrect.">
            <a:extLst>
              <a:ext uri="{FF2B5EF4-FFF2-40B4-BE49-F238E27FC236}">
                <a16:creationId xmlns:a16="http://schemas.microsoft.com/office/drawing/2014/main" id="{22AC4DAD-80C9-E0A5-7492-732CC7429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31" r="21869" b="-1"/>
          <a:stretch>
            <a:fillRect/>
          </a:stretch>
        </p:blipFill>
        <p:spPr>
          <a:xfrm>
            <a:off x="5596118" y="0"/>
            <a:ext cx="6595882" cy="6858000"/>
          </a:xfrm>
          <a:prstGeom prst="rect">
            <a:avLst/>
          </a:prstGeom>
          <a:noFill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A34FB8C-082C-A2F9-0971-7D557BB69537}"/>
              </a:ext>
            </a:extLst>
          </p:cNvPr>
          <p:cNvSpPr txBox="1"/>
          <p:nvPr/>
        </p:nvSpPr>
        <p:spPr>
          <a:xfrm>
            <a:off x="292231" y="307785"/>
            <a:ext cx="463987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👤 Équipe : 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Julien (Étudiant 1)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Lucas (Étudiant 2)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Sohan (Étudiant 3)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👨🏼‍🎓 Cadre: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BTS CIEL - IR Session 2026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📍Lieu: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Lycée Joseph Gaillard Fort-de-France, Martinique</a:t>
            </a:r>
          </a:p>
        </p:txBody>
      </p:sp>
    </p:spTree>
    <p:extLst>
      <p:ext uri="{BB962C8B-B14F-4D97-AF65-F5344CB8AC3E}">
        <p14:creationId xmlns:p14="http://schemas.microsoft.com/office/powerpoint/2010/main" val="143521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5411-0E17-7953-67BA-CF2454E2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rayon de miel, invertébré, Insecte à ailes membraneuses, Pollinisateur&#10;&#10;Le contenu généré par l’IA peut être incorrect.">
            <a:extLst>
              <a:ext uri="{FF2B5EF4-FFF2-40B4-BE49-F238E27FC236}">
                <a16:creationId xmlns:a16="http://schemas.microsoft.com/office/drawing/2014/main" id="{939DD065-CD8E-A248-F9C4-51A5A7940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1" r="21869" b="-1"/>
          <a:stretch>
            <a:fillRect/>
          </a:stretch>
        </p:blipFill>
        <p:spPr>
          <a:xfrm>
            <a:off x="5596118" y="0"/>
            <a:ext cx="6595882" cy="6858000"/>
          </a:xfrm>
          <a:prstGeom prst="rect">
            <a:avLst/>
          </a:prstGeom>
          <a:noFill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034710D-7311-59A7-A7EC-ABC580DD235B}"/>
              </a:ext>
            </a:extLst>
          </p:cNvPr>
          <p:cNvSpPr txBox="1"/>
          <p:nvPr/>
        </p:nvSpPr>
        <p:spPr>
          <a:xfrm>
            <a:off x="188535" y="420906"/>
            <a:ext cx="52378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🛑 Problématique:</a:t>
            </a:r>
          </a:p>
          <a:p>
            <a:endParaRPr lang="fr-F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L'apiculteur doit surveiller ses ruchers en permanence mais :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Ruchers situés en zones isolées et éloignées </a:t>
            </a:r>
          </a:p>
          <a:p>
            <a:pPr marL="342900" indent="-342900">
              <a:buFontTx/>
              <a:buChar char="-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Pas de visibilité en temps réel sur l'état des ruches </a:t>
            </a:r>
          </a:p>
          <a:p>
            <a:pPr marL="342900" indent="-342900">
              <a:buFontTx/>
              <a:buChar char="-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Détection tardive des problèmes (vol, essaimage) </a:t>
            </a:r>
          </a:p>
          <a:p>
            <a:pPr marL="342900" indent="-342900">
              <a:buFontTx/>
              <a:buChar char="-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Perte de temps et d'argent en déplacements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419545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169</Words>
  <Application>Microsoft Macintosh PowerPoint</Application>
  <PresentationFormat>Grand écran</PresentationFormat>
  <Paragraphs>39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Helena</vt:lpstr>
      <vt:lpstr>Dans quel contexte s’inscrit le projet MELAINA ?</vt:lpstr>
      <vt:lpstr>Le client :  EARL ELISABETH  Apiculteur professionnel  Localisation : Rivière-Salée, Martinique   🐝 LE MÉTIER D'APICULTEUR:  -    Production et commercialisation de miel  -    Gestion de ruchers (4-5 ruches par site) Ruches isolées en zones reculées  Masse : 30 kg (vide) à 150 kg (pleine)    ⚠️ CONTRAINTES ACTUELLES :  Déplacements fréquents pour contrôle  Surveillance de la miellée (production)  Risques : vol, essaimage, intempéries                 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4</cp:revision>
  <dcterms:created xsi:type="dcterms:W3CDTF">2025-12-23T17:04:59Z</dcterms:created>
  <dcterms:modified xsi:type="dcterms:W3CDTF">2025-12-23T19:09:59Z</dcterms:modified>
</cp:coreProperties>
</file>