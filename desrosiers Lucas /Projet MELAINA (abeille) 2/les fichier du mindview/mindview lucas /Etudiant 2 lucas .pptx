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1B33-03D2-99EC-AD91-7B06900C5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9745A-B746-0F67-07C9-43F828C14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40F215-B8EE-F081-9A9E-D11D0DAD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33EE05-F140-A5A3-997A-D6150571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D6CBE-21BC-4144-4EDF-E44069BD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0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5A1ED-E76A-5F9C-DD99-76A546F9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4E4CE4-2F3C-4CB4-CF26-7B5B887E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38FD92-D000-501F-0A09-CA388AB3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F30F33-D9F8-D563-E402-A94A21E0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713A63-509A-909C-2F1B-A46213B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26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A4534-F334-129F-B923-5D9BA259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60D569-9DD8-855F-B5D4-362E7EA82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F691C2-B502-70F2-135C-C51EB25F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F1E32-7720-52F5-ADC0-61CF477E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8712B0-18DA-934D-C473-26EE0D1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39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23FE7-C2E4-FDE1-60BE-17628626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A7B96-847A-B8DB-C8AD-D325E39C2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EBC17A-8403-B124-C8D0-D7F4BF831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BCC684-A33B-0C5A-A0F4-1306F407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1227D9-83F2-6836-91EC-828624E1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B4466C-4A85-5CC1-7F42-A295681C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44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2E567-60A1-9460-C847-543D4EFD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9CF03-6D94-2C24-854B-CC71D4F0E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C822A3-8CF2-311A-131C-013DB8980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4FB1A6-F2D1-0351-C95F-DB548F5F0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29E5BF-7E40-EB7F-CF66-DC787420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4F2D1D-4DEF-E50A-96F9-68504753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6C3488-B3DD-647C-7117-FB8E7622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7FB23E-2861-BEF7-650C-85713E44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06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C59A5-98CB-BADB-0F53-D8B45F3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5F584F-F514-E84A-8C86-D9EF24E6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A2EB51-6339-8C9C-03EB-BE894759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462E6E-5D87-84AD-AF20-641B6603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7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77940F-D348-0458-EB12-D9CFC4D2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D38E45-CDAE-6228-43F1-F385CA73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B03B1-2B35-092C-0347-7E829DE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7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2B47E-D808-2014-6AAA-934F8B14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B57839-45F4-5CDC-23E3-BDB7CAA7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B4056A-6BFB-D225-57A2-C9A686D9B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BA7748-97C7-7B8F-028B-1A9D3FE5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928649-0BA6-367D-A0D2-6145EE50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5DFA79-69F0-1746-FEF6-A5B4B85C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89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45D44-0031-B5E4-06FF-4118F16A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90F0BD-C572-D270-4666-A1F7C0646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880BBA-D515-FAD5-620F-BD08CC43C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40125D-19D7-1587-72B9-07666A95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896A6B-C4DD-F9C5-7FF1-A0B28149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361C1A-77A0-BF92-F8DF-95B93BD0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8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839127-671A-3BC4-9314-C8057FAF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1627D3-97E3-D06C-6C22-AC78BAFE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F0FD49-EB9F-2D76-DE4B-0D03E0A6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4613BA-511E-2AB9-DA4B-ACAFA0AE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764FDC-DC7D-4C31-FC8C-AD56FF24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65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BA3E5C-F15C-2601-770E-A3F1EC9D2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CD8BB4-367D-D9BA-7668-53A866F10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1E9562-1C36-ADE9-71D4-56D9FE8C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1FFF9F-65C3-4647-51FA-C02627B3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6E3814-3788-D0A2-EDA7-C40D0F07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62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0000604-4798-545B-1E93-810C85AE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823C67-73E8-EFCF-83F0-DED10B15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AFF56E-E7A0-6FC1-8D03-E802E2CD4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5358-DCFB-654B-B018-27D69D127FCB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07A063-EEF0-6574-81E7-2BD07BEA3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A91CB9-CBFE-CB3B-053D-2183ADA1D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38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EE9DAE-363E-EB06-D725-49140AB45B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8020" y="1370770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MQ" sz="2000" dirty="0">
                <a:latin typeface="Arial" panose="020B0604020202020204" pitchFamily="34" charset="0"/>
              </a:rPr>
              <a:t>F</a:t>
            </a:r>
            <a:r>
              <a:rPr lang="fr-MQ" altLang="fr-MQ" sz="2000" dirty="0">
                <a:latin typeface="Arial" panose="020B0604020202020204" pitchFamily="34" charset="0"/>
              </a:rPr>
              <a:t>aire la: </a:t>
            </a: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Mesure température extérieure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Mesure humidité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Envoi d’alertes</a:t>
            </a: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Localisation GPS en cas de vol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88AFFF-8F71-8786-4F1C-5E3047A7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04" r="23311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052E2F-E96B-EB00-C79B-44EB2929F2FF}"/>
              </a:ext>
            </a:extLst>
          </p:cNvPr>
          <p:cNvSpPr txBox="1"/>
          <p:nvPr/>
        </p:nvSpPr>
        <p:spPr>
          <a:xfrm>
            <a:off x="0" y="0"/>
            <a:ext cx="350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/>
              <a:t>Ma mission </a:t>
            </a:r>
          </a:p>
        </p:txBody>
      </p:sp>
    </p:spTree>
    <p:extLst>
      <p:ext uri="{BB962C8B-B14F-4D97-AF65-F5344CB8AC3E}">
        <p14:creationId xmlns:p14="http://schemas.microsoft.com/office/powerpoint/2010/main" val="16612057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</Words>
  <Application>Microsoft Macintosh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jean ruddy DESROSIERS</cp:lastModifiedBy>
  <cp:revision>3</cp:revision>
  <dcterms:created xsi:type="dcterms:W3CDTF">2026-01-06T23:36:52Z</dcterms:created>
  <dcterms:modified xsi:type="dcterms:W3CDTF">2026-06-01T16:52:07Z</dcterms:modified>
</cp:coreProperties>
</file>