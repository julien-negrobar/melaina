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fr-MQ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432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6E3BB-F593-FE4D-8DB4-624E34C703B6}" type="datetimeFigureOut">
              <a:rPr lang="fr-FR" smtClean="0"/>
              <a:t>11/02/2026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1FF2AB-D25A-1846-83E6-C08D0B0C43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6241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FF2AB-D25A-1846-83E6-C08D0B0C432D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1907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FF2AB-D25A-1846-83E6-C08D0B0C432D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0387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30"/>
            <a:ext cx="11460480" cy="4803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" y="1"/>
            <a:ext cx="12191998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7B50E4-2343-4B20-80BE-1605C97DFB16}" type="datetime1">
              <a:rPr lang="en-US" smtClean="0"/>
              <a:t>2/11/26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470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DE44A-7CD8-4860-9BDC-2BE4C911F6D0}" type="datetime1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99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8" y="1129554"/>
            <a:ext cx="4361689" cy="347523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1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8" y="4731336"/>
            <a:ext cx="4206241" cy="118458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58494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7" y="6453004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8EAEAF-D16E-446F-97F9-D23FB245CB45}" type="datetime1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450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1" y="4873752"/>
            <a:ext cx="4206241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6130" y="0"/>
            <a:ext cx="6595871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1" y="6453004"/>
            <a:ext cx="1951778" cy="365125"/>
          </a:xfrm>
        </p:spPr>
        <p:txBody>
          <a:bodyPr/>
          <a:lstStyle/>
          <a:p>
            <a:fld id="{782E7A21-5BA8-4C4C-9705-3A1EA342AD8A}" type="datetime1">
              <a:rPr lang="en-US" smtClean="0"/>
              <a:t>2/11/26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40" y="6453004"/>
            <a:ext cx="2805403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9" y="6453004"/>
            <a:ext cx="429208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722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001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10" y="4473553"/>
            <a:ext cx="6655522" cy="154533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201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E73BE-5F1F-40EF-8F67-E3F24D65884D}" type="datetime1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301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10" y="854241"/>
            <a:ext cx="7876287" cy="35926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9" y="4617138"/>
            <a:ext cx="737546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8EF1-668D-4AD0-8652-1F3B3622EDC2}" type="datetime1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458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1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6" y="4039648"/>
            <a:ext cx="7588154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1"/>
            </a:lvl1pPr>
            <a:lvl2pPr marL="457236" indent="0" algn="ctr">
              <a:buNone/>
              <a:defRPr sz="2000"/>
            </a:lvl2pPr>
            <a:lvl3pPr marL="914470" indent="0" algn="ctr">
              <a:buNone/>
              <a:defRPr sz="1801"/>
            </a:lvl3pPr>
            <a:lvl4pPr marL="1371706" indent="0" algn="ctr">
              <a:buNone/>
              <a:defRPr sz="1600"/>
            </a:lvl4pPr>
            <a:lvl5pPr marL="1828942" indent="0" algn="ctr">
              <a:buNone/>
              <a:defRPr sz="1600"/>
            </a:lvl5pPr>
            <a:lvl6pPr marL="2286178" indent="0" algn="ctr">
              <a:buNone/>
              <a:defRPr sz="1600"/>
            </a:lvl6pPr>
            <a:lvl7pPr marL="2743412" indent="0" algn="ctr">
              <a:buNone/>
              <a:defRPr sz="1600"/>
            </a:lvl7pPr>
            <a:lvl8pPr marL="3200648" indent="0" algn="ctr">
              <a:buNone/>
              <a:defRPr sz="1600"/>
            </a:lvl8pPr>
            <a:lvl9pPr marL="3657884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5609F-9B5B-4E29-8DB1-457A85E01A27}" type="datetime1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985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2" y="1801368"/>
            <a:ext cx="7772400" cy="4572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401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0DE37-B9D6-425C-B79B-6C6DFFBD0DA2}" type="datetime1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0085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64108"/>
            <a:ext cx="8467557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2333861"/>
            <a:ext cx="8467557" cy="3689909"/>
          </a:xfrm>
        </p:spPr>
        <p:txBody>
          <a:bodyPr>
            <a:normAutofit/>
          </a:bodyPr>
          <a:lstStyle>
            <a:lvl1pPr marL="457236" indent="-457236">
              <a:buFont typeface="+mj-lt"/>
              <a:buAutoNum type="arabicPeriod"/>
              <a:defRPr sz="2400"/>
            </a:lvl1pPr>
            <a:lvl2pPr marL="685854" indent="-457236">
              <a:buFont typeface="+mj-lt"/>
              <a:buAutoNum type="arabicPeriod"/>
              <a:defRPr sz="2000"/>
            </a:lvl2pPr>
            <a:lvl3pPr marL="800162" indent="-342926">
              <a:buFont typeface="+mj-lt"/>
              <a:buAutoNum type="arabicPeriod"/>
              <a:defRPr sz="1801"/>
            </a:lvl3pPr>
            <a:lvl4pPr marL="1028780" indent="-342926">
              <a:buFont typeface="+mj-lt"/>
              <a:buAutoNum type="arabicPeriod"/>
              <a:defRPr sz="1600"/>
            </a:lvl4pPr>
            <a:lvl5pPr marL="1257397" indent="-342926">
              <a:buFont typeface="+mj-lt"/>
              <a:buAutoNum type="arabicPeriod"/>
              <a:defRPr sz="140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5B0EE-4023-4E3C-8875-10AA631453CF}" type="datetime1">
              <a:rPr lang="en-US" smtClean="0"/>
              <a:t>2/11/26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812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1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1" y="2825496"/>
            <a:ext cx="4663440" cy="3337560"/>
          </a:xfrm>
        </p:spPr>
        <p:txBody>
          <a:bodyPr>
            <a:normAutofit/>
          </a:bodyPr>
          <a:lstStyle>
            <a:lvl1pPr marL="457236" indent="-457236">
              <a:buFont typeface="+mj-lt"/>
              <a:buAutoNum type="arabicPeriod"/>
              <a:defRPr sz="2000"/>
            </a:lvl1pPr>
            <a:lvl2pPr marL="571545" indent="-342926">
              <a:buFont typeface="+mj-lt"/>
              <a:buAutoNum type="arabicPeriod"/>
              <a:defRPr sz="1801"/>
            </a:lvl2pPr>
            <a:lvl3pPr marL="800162" indent="-342926">
              <a:buFont typeface="+mj-lt"/>
              <a:buAutoNum type="arabicPeriod"/>
              <a:defRPr sz="1600"/>
            </a:lvl3pPr>
            <a:lvl4pPr marL="1028780" indent="-342926">
              <a:buFont typeface="+mj-lt"/>
              <a:buAutoNum type="arabicPeriod"/>
              <a:defRPr sz="1401"/>
            </a:lvl4pPr>
            <a:lvl5pPr>
              <a:buFont typeface="+mj-lt"/>
              <a:buAutoNum type="arabicPeriod"/>
              <a:defRPr sz="140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8" y="6453004"/>
            <a:ext cx="1996690" cy="365125"/>
          </a:xfrm>
        </p:spPr>
        <p:txBody>
          <a:bodyPr/>
          <a:lstStyle/>
          <a:p>
            <a:fld id="{CE6CA204-B091-40ED-8158-331EE628B522}" type="datetime1">
              <a:rPr lang="en-US" smtClean="0"/>
              <a:t>2/11/26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627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8" y="2385975"/>
            <a:ext cx="4325113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3" cy="2459736"/>
          </a:xfrm>
        </p:spPr>
        <p:txBody>
          <a:bodyPr/>
          <a:lstStyle>
            <a:lvl1pPr marL="0" indent="0">
              <a:buNone/>
              <a:defRPr/>
            </a:lvl1pPr>
            <a:lvl2pPr marL="228619" indent="0">
              <a:buNone/>
              <a:defRPr/>
            </a:lvl2pPr>
            <a:lvl3pPr marL="457236" indent="0">
              <a:buNone/>
              <a:defRPr/>
            </a:lvl3pPr>
            <a:lvl4pPr marL="685854" indent="0">
              <a:buNone/>
              <a:defRPr/>
            </a:lvl4pPr>
            <a:lvl5pPr marL="9144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92F09-9D88-4105-92F6-7298804EAA90}" type="datetime1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3379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8" y="2258569"/>
            <a:ext cx="3813050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40" y="2254250"/>
            <a:ext cx="4956174" cy="3556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4F96-061D-4D71-97A2-2371A43FDE7C}" type="datetime1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6989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537854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41" y="1538288"/>
            <a:ext cx="5681661" cy="48180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FE133-02A7-439F-9131-2680F754099D}" type="datetime1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520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8"/>
            <a:ext cx="4142233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1" cy="539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F7DD-C7D0-4333-B18D-CCAF5427F9DD}" type="datetime1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3488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4" y="548641"/>
            <a:ext cx="3494316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5979-091A-4302-A385-56FC1CE52E32}" type="datetime1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489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9" y="548640"/>
            <a:ext cx="6093225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8" y="1828800"/>
            <a:ext cx="6071615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40" y="6453004"/>
            <a:ext cx="3337583" cy="365125"/>
          </a:xfrm>
        </p:spPr>
        <p:txBody>
          <a:bodyPr/>
          <a:lstStyle/>
          <a:p>
            <a:fld id="{7836D543-476D-434F-B209-1A114B2E3F04}" type="datetime1">
              <a:rPr lang="en-US" smtClean="0"/>
              <a:t>2/11/26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0489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6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5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3DD0F20-7689-42E6-8664-6AA00B79F132}" type="datetime1">
              <a:rPr lang="en-US" smtClean="0"/>
              <a:t>2/11/26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3" y="6453004"/>
            <a:ext cx="2805403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3" y="6453004"/>
            <a:ext cx="429208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5458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8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8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4"/>
            <a:ext cx="3494316" cy="365125"/>
          </a:xfrm>
        </p:spPr>
        <p:txBody>
          <a:bodyPr/>
          <a:lstStyle/>
          <a:p>
            <a:fld id="{30F2F577-5BDA-4749-9F3F-0D340DC0D6A8}" type="datetime1">
              <a:rPr lang="en-US" smtClean="0"/>
              <a:t>2/11/26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469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5" y="0"/>
            <a:ext cx="410026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9378AD-A6D7-4162-BB5C-47C49B2E145B}" type="datetime1">
              <a:rPr lang="en-US" smtClean="0"/>
              <a:t>2/11/26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800" y="6453004"/>
            <a:ext cx="2805403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2" y="6453004"/>
            <a:ext cx="429208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4547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9" y="584339"/>
            <a:ext cx="4361689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61151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6" y="2212975"/>
            <a:ext cx="4362450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4" y="6453004"/>
            <a:ext cx="1622778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7B65D3-547A-48A8-9F1F-13ED0B55ACC6}" type="datetime1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5968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83413"/>
            <a:ext cx="4361689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4" y="6453004"/>
            <a:ext cx="2031073" cy="365125"/>
          </a:xfrm>
        </p:spPr>
        <p:txBody>
          <a:bodyPr/>
          <a:lstStyle/>
          <a:p>
            <a:fld id="{76A7CFE7-E645-4439-AA6B-DA8CF856D63E}" type="datetime1">
              <a:rPr lang="en-US" smtClean="0"/>
              <a:t>2/11/26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1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4" y="6453004"/>
            <a:ext cx="280540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6" y="6453004"/>
            <a:ext cx="429208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5567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4" y="320040"/>
            <a:ext cx="4522938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90" y="1380744"/>
            <a:ext cx="4512601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4" y="6453004"/>
            <a:ext cx="1772028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8B2C0DB-994F-48B0-91F4-5F06C3B86E32}" type="datetime1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9692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4572001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2" y="1380744"/>
            <a:ext cx="4572001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4" y="6453004"/>
            <a:ext cx="2031073" cy="365125"/>
          </a:xfrm>
        </p:spPr>
        <p:txBody>
          <a:bodyPr/>
          <a:lstStyle/>
          <a:p>
            <a:fld id="{D3F6A089-BE3E-4BB0-98EE-FDF712FF3613}" type="datetime1">
              <a:rPr lang="en-US" smtClean="0"/>
              <a:t>2/11/26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2" y="0"/>
            <a:ext cx="627427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4" y="6453004"/>
            <a:ext cx="280540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6" y="6453004"/>
            <a:ext cx="429208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1659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9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89" y="2212975"/>
            <a:ext cx="3401569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4"/>
            <a:ext cx="922373" cy="365125"/>
          </a:xfrm>
        </p:spPr>
        <p:txBody>
          <a:bodyPr/>
          <a:lstStyle/>
          <a:p>
            <a:fld id="{AC101298-AE91-4071-9C72-5A98117ABE14}" type="datetime1">
              <a:rPr lang="en-US" smtClean="0"/>
              <a:t>2/11/26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8" y="6453004"/>
            <a:ext cx="254689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9024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83413"/>
            <a:ext cx="3401569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6" y="2212975"/>
            <a:ext cx="3401569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4" y="6453004"/>
            <a:ext cx="1067625" cy="365125"/>
          </a:xfrm>
        </p:spPr>
        <p:txBody>
          <a:bodyPr/>
          <a:lstStyle/>
          <a:p>
            <a:fld id="{EABE4333-790C-44CD-B503-F52418ED809A}" type="datetime1">
              <a:rPr lang="en-US" smtClean="0"/>
              <a:t>2/11/26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781" y="0"/>
            <a:ext cx="74302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7" y="6453004"/>
            <a:ext cx="280540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7" y="6453004"/>
            <a:ext cx="429208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730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4"/>
            <a:ext cx="3273552" cy="194277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7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19" indent="0">
              <a:buNone/>
              <a:defRPr sz="1401"/>
            </a:lvl2pPr>
            <a:lvl3pPr marL="457236" indent="0">
              <a:buNone/>
              <a:defRPr sz="1401"/>
            </a:lvl3pPr>
            <a:lvl4pPr marL="685854" indent="0">
              <a:buNone/>
              <a:defRPr sz="1401"/>
            </a:lvl4pPr>
            <a:lvl5pPr marL="914470" indent="0">
              <a:buNone/>
              <a:defRPr sz="140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4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2397CCD-8E49-4379-8DCB-9F17CAEDFC10}" type="datetime1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3" y="6453004"/>
            <a:ext cx="233516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8323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5" y="5012268"/>
            <a:ext cx="3739897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2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46F6-C62B-441B-BAD2-D550454B4D53}" type="datetime1">
              <a:rPr lang="en-US" smtClean="0"/>
              <a:t>2/11/26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1" y="5012267"/>
            <a:ext cx="6400801" cy="139033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19" indent="0">
              <a:buFont typeface="Arial" panose="020B0604020202020204" pitchFamily="34" charset="0"/>
              <a:buNone/>
              <a:defRPr sz="1401"/>
            </a:lvl2pPr>
            <a:lvl3pPr marL="457236" indent="0">
              <a:buFont typeface="Arial" panose="020B0604020202020204" pitchFamily="34" charset="0"/>
              <a:buNone/>
              <a:defRPr sz="1401"/>
            </a:lvl3pPr>
            <a:lvl4pPr marL="685854" indent="0">
              <a:buFont typeface="Arial" panose="020B0604020202020204" pitchFamily="34" charset="0"/>
              <a:buNone/>
              <a:defRPr sz="1401"/>
            </a:lvl4pPr>
            <a:lvl5pPr marL="914470" indent="0">
              <a:buFont typeface="Arial" panose="020B0604020202020204" pitchFamily="34" charset="0"/>
              <a:buNone/>
              <a:defRPr sz="140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565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5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2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83A68-D563-4FD5-B11F-54F8D5F1E37F}" type="datetime1">
              <a:rPr lang="en-US" smtClean="0"/>
              <a:t>2/11/26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3" y="4162318"/>
            <a:ext cx="7772400" cy="2240280"/>
          </a:xfrm>
        </p:spPr>
        <p:txBody>
          <a:bodyPr>
            <a:normAutofit/>
          </a:bodyPr>
          <a:lstStyle>
            <a:lvl1pPr marL="285772" indent="-285772">
              <a:buFont typeface="Arial" panose="020B0604020202020204" pitchFamily="34" charset="0"/>
              <a:buChar char="•"/>
              <a:defRPr sz="1801"/>
            </a:lvl1pPr>
            <a:lvl2pPr marL="514391" indent="-285772">
              <a:buFont typeface="Arial" panose="020B0604020202020204" pitchFamily="34" charset="0"/>
              <a:buChar char="•"/>
              <a:defRPr sz="1600"/>
            </a:lvl2pPr>
            <a:lvl3pPr marL="743008" indent="-285772">
              <a:buFont typeface="Arial" panose="020B0604020202020204" pitchFamily="34" charset="0"/>
              <a:buChar char="•"/>
              <a:defRPr sz="1401"/>
            </a:lvl3pPr>
            <a:lvl4pPr marL="857316" indent="-171464">
              <a:buFont typeface="Arial" panose="020B0604020202020204" pitchFamily="34" charset="0"/>
              <a:buChar char="•"/>
              <a:defRPr sz="1401"/>
            </a:lvl4pPr>
            <a:lvl5pPr marL="1085935" indent="-171464">
              <a:buFont typeface="Arial" panose="020B0604020202020204" pitchFamily="34" charset="0"/>
              <a:buChar char="•"/>
              <a:defRPr sz="140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6098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5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2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1" y="59780"/>
            <a:ext cx="3494316" cy="365125"/>
          </a:xfrm>
        </p:spPr>
        <p:txBody>
          <a:bodyPr/>
          <a:lstStyle/>
          <a:p>
            <a:fld id="{3148FABB-02FF-476F-AB37-BDD0E354E780}" type="datetime1">
              <a:rPr lang="en-US" smtClean="0"/>
              <a:t>2/11/26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3" y="561425"/>
            <a:ext cx="7772400" cy="2240280"/>
          </a:xfrm>
        </p:spPr>
        <p:txBody>
          <a:bodyPr>
            <a:normAutofit/>
          </a:bodyPr>
          <a:lstStyle>
            <a:lvl1pPr marL="285772" indent="-285772">
              <a:buFont typeface="Arial" panose="020B0604020202020204" pitchFamily="34" charset="0"/>
              <a:buChar char="•"/>
              <a:defRPr sz="1801"/>
            </a:lvl1pPr>
            <a:lvl2pPr marL="514391" indent="-285772">
              <a:buFont typeface="Arial" panose="020B0604020202020204" pitchFamily="34" charset="0"/>
              <a:buChar char="•"/>
              <a:defRPr sz="1600"/>
            </a:lvl2pPr>
            <a:lvl3pPr marL="743008" indent="-285772">
              <a:buFont typeface="Arial" panose="020B0604020202020204" pitchFamily="34" charset="0"/>
              <a:buChar char="•"/>
              <a:defRPr sz="1401"/>
            </a:lvl3pPr>
            <a:lvl4pPr marL="857316" indent="-171464">
              <a:buFont typeface="Arial" panose="020B0604020202020204" pitchFamily="34" charset="0"/>
              <a:buChar char="•"/>
              <a:defRPr sz="1401"/>
            </a:lvl4pPr>
            <a:lvl5pPr marL="1085935" indent="-171464">
              <a:buFont typeface="Arial" panose="020B0604020202020204" pitchFamily="34" charset="0"/>
              <a:buChar char="•"/>
              <a:defRPr sz="140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5" y="59780"/>
            <a:ext cx="2805403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4" y="59780"/>
            <a:ext cx="429208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6241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03506"/>
            <a:ext cx="10972802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7" y="1828800"/>
            <a:ext cx="6172201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6" y="1828801"/>
            <a:ext cx="425196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428D3-736A-4038-886C-8BF662AA2745}" type="datetime1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9731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40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9" y="2290890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2" y="549276"/>
            <a:ext cx="5585926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DDEB-9B85-4E99-8A3D-ABE66C6280C3}" type="datetime1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2960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550218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2" y="2295144"/>
            <a:ext cx="3490175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6"/>
            <a:ext cx="6561138" cy="57594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5DCA-443F-4667-9ED1-418507CE45A8}" type="datetime1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80508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5" y="4718304"/>
            <a:ext cx="5897881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8" y="603503"/>
            <a:ext cx="10826495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3202" b="1" dirty="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557D-4816-44D0-B6EE-6CAC6E30B54D}" type="datetime1">
              <a:rPr lang="en-US" smtClean="0"/>
              <a:t>2/11/26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2405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1" y="4809744"/>
            <a:ext cx="7525514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3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2" b="1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872E-5ED2-46B0-83A4-0C1AF0E0D91C}" type="datetime1">
              <a:rPr lang="en-US" smtClean="0"/>
              <a:t>2/11/26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9704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B1ECB8-9E10-D2F3-E361-7D268551E2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1" y="4809744"/>
            <a:ext cx="7525514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3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2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8575-0C6E-47B4-936E-32183810D7BF}" type="datetime1">
              <a:rPr lang="en-US" smtClean="0"/>
              <a:t>2/11/26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6047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1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9FB5-1C86-423F-AEAA-2683840666C3}" type="datetime1">
              <a:rPr lang="en-US" smtClean="0"/>
              <a:t>2/11/26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5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1" b="1"/>
            </a:lvl1pPr>
            <a:lvl2pPr marL="228619" indent="0">
              <a:lnSpc>
                <a:spcPct val="100000"/>
              </a:lnSpc>
              <a:buNone/>
              <a:defRPr sz="4800" b="1"/>
            </a:lvl2pPr>
            <a:lvl3pPr marL="457236" indent="0">
              <a:lnSpc>
                <a:spcPct val="100000"/>
              </a:lnSpc>
              <a:buNone/>
              <a:defRPr sz="4400" b="1"/>
            </a:lvl3pPr>
            <a:lvl4pPr marL="685854" indent="0">
              <a:lnSpc>
                <a:spcPct val="100000"/>
              </a:lnSpc>
              <a:buNone/>
              <a:defRPr sz="4000" b="1"/>
            </a:lvl4pPr>
            <a:lvl5pPr marL="91447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6436604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1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CCB4E-88AF-46AC-B7C5-30308F179659}" type="datetime1">
              <a:rPr lang="en-US" smtClean="0"/>
              <a:t>2/11/26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5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1" b="1"/>
            </a:lvl1pPr>
            <a:lvl2pPr marL="228619" indent="0">
              <a:lnSpc>
                <a:spcPct val="100000"/>
              </a:lnSpc>
              <a:buNone/>
              <a:defRPr sz="4400" b="1"/>
            </a:lvl2pPr>
            <a:lvl3pPr marL="457236" indent="0">
              <a:lnSpc>
                <a:spcPct val="100000"/>
              </a:lnSpc>
              <a:buNone/>
              <a:defRPr sz="4000" b="1"/>
            </a:lvl3pPr>
            <a:lvl4pPr marL="685854" indent="0">
              <a:lnSpc>
                <a:spcPct val="100000"/>
              </a:lnSpc>
              <a:buNone/>
              <a:defRPr sz="3600" b="1"/>
            </a:lvl4pPr>
            <a:lvl5pPr marL="91447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790478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1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915B6-CC2A-4462-A7E5-B3080DF8F97D}" type="datetime1">
              <a:rPr lang="en-US" smtClean="0"/>
              <a:t>2/11/26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5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1" b="1"/>
            </a:lvl1pPr>
            <a:lvl2pPr marL="228619" indent="0">
              <a:lnSpc>
                <a:spcPct val="100000"/>
              </a:lnSpc>
              <a:buNone/>
              <a:defRPr sz="4400" b="1"/>
            </a:lvl2pPr>
            <a:lvl3pPr marL="457236" indent="0">
              <a:lnSpc>
                <a:spcPct val="100000"/>
              </a:lnSpc>
              <a:buNone/>
              <a:defRPr sz="4000" b="1"/>
            </a:lvl3pPr>
            <a:lvl4pPr marL="685854" indent="0">
              <a:lnSpc>
                <a:spcPct val="100000"/>
              </a:lnSpc>
              <a:buNone/>
              <a:defRPr sz="3600" b="1"/>
            </a:lvl4pPr>
            <a:lvl5pPr marL="91447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464987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11" y="5431536"/>
            <a:ext cx="9021470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1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64604" indent="-164604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188F7-A494-4EEB-A53D-2B97B1D4CD3C}" type="datetime1">
              <a:rPr lang="en-US" smtClean="0"/>
              <a:t>2/11/26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31162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DECC02-1725-49EE-C93B-A4C2C4049458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604" indent="-164604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BC0-1562-42E5-89A2-925CA193C8A6}" type="datetime1">
              <a:rPr lang="en-US" smtClean="0"/>
              <a:t>2/11/26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3549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2" y="5669280"/>
            <a:ext cx="8805673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1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1" cy="3474720"/>
          </a:xfrm>
        </p:spPr>
        <p:txBody>
          <a:bodyPr anchor="ctr">
            <a:normAutofit/>
          </a:bodyPr>
          <a:lstStyle>
            <a:lvl1pPr marL="164604" indent="-164604">
              <a:lnSpc>
                <a:spcPct val="100000"/>
              </a:lnSpc>
              <a:spcBef>
                <a:spcPts val="0"/>
              </a:spcBef>
              <a:buNone/>
              <a:defRPr sz="4201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6A-778D-45CF-8340-DB03B2DA6A3E}" type="datetime1">
              <a:rPr lang="en-US" smtClean="0"/>
              <a:t>2/11/26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40805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51" y="548640"/>
            <a:ext cx="10741151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6" y="1825625"/>
            <a:ext cx="5181601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1" y="1825625"/>
            <a:ext cx="5181601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DFF5A-622E-43FE-9EE9-BAAB78AB2046}" type="datetime1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9338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47397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2" y="1685735"/>
            <a:ext cx="5157786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36" indent="0">
              <a:buNone/>
              <a:defRPr sz="2000" b="1"/>
            </a:lvl2pPr>
            <a:lvl3pPr marL="914470" indent="0">
              <a:buNone/>
              <a:defRPr sz="1801" b="1"/>
            </a:lvl3pPr>
            <a:lvl4pPr marL="1371706" indent="0">
              <a:buNone/>
              <a:defRPr sz="1600" b="1"/>
            </a:lvl4pPr>
            <a:lvl5pPr marL="1828942" indent="0">
              <a:buNone/>
              <a:defRPr sz="1600" b="1"/>
            </a:lvl5pPr>
            <a:lvl6pPr marL="2286178" indent="0">
              <a:buNone/>
              <a:defRPr sz="1600" b="1"/>
            </a:lvl6pPr>
            <a:lvl7pPr marL="2743412" indent="0">
              <a:buNone/>
              <a:defRPr sz="1600" b="1"/>
            </a:lvl7pPr>
            <a:lvl8pPr marL="3200648" indent="0">
              <a:buNone/>
              <a:defRPr sz="1600" b="1"/>
            </a:lvl8pPr>
            <a:lvl9pPr marL="3657884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1" y="2387601"/>
            <a:ext cx="51577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36" indent="0">
              <a:buNone/>
              <a:defRPr sz="2000" b="1"/>
            </a:lvl2pPr>
            <a:lvl3pPr marL="914470" indent="0">
              <a:buNone/>
              <a:defRPr sz="1801" b="1"/>
            </a:lvl3pPr>
            <a:lvl4pPr marL="1371706" indent="0">
              <a:buNone/>
              <a:defRPr sz="1600" b="1"/>
            </a:lvl4pPr>
            <a:lvl5pPr marL="1828942" indent="0">
              <a:buNone/>
              <a:defRPr sz="1600" b="1"/>
            </a:lvl5pPr>
            <a:lvl6pPr marL="2286178" indent="0">
              <a:buNone/>
              <a:defRPr sz="1600" b="1"/>
            </a:lvl6pPr>
            <a:lvl7pPr marL="2743412" indent="0">
              <a:buNone/>
              <a:defRPr sz="1600" b="1"/>
            </a:lvl7pPr>
            <a:lvl8pPr marL="3200648" indent="0">
              <a:buNone/>
              <a:defRPr sz="1600" b="1"/>
            </a:lvl8pPr>
            <a:lvl9pPr marL="3657884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3" y="2387601"/>
            <a:ext cx="51831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C09E-FF30-4AA0-A227-171955622259}" type="datetime1">
              <a:rPr lang="en-US" smtClean="0"/>
              <a:t>2/11/26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48388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279FF-407B-4B41-9E69-DE66ED04A328}" type="datetime1">
              <a:rPr lang="en-US" smtClean="0"/>
              <a:t>2/11/26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86554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3E812-757D-4139-AF81-227C72D4B544}" type="datetime1">
              <a:rPr lang="en-US" smtClean="0"/>
              <a:t>2/11/26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6748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53617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2311123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36" indent="0">
              <a:buNone/>
              <a:defRPr sz="1401"/>
            </a:lvl2pPr>
            <a:lvl3pPr marL="914470" indent="0">
              <a:buNone/>
              <a:defRPr sz="1200"/>
            </a:lvl3pPr>
            <a:lvl4pPr marL="1371706" indent="0">
              <a:buNone/>
              <a:defRPr sz="1001"/>
            </a:lvl4pPr>
            <a:lvl5pPr marL="1828942" indent="0">
              <a:buNone/>
              <a:defRPr sz="1001"/>
            </a:lvl5pPr>
            <a:lvl6pPr marL="2286178" indent="0">
              <a:buNone/>
              <a:defRPr sz="1001"/>
            </a:lvl6pPr>
            <a:lvl7pPr marL="2743412" indent="0">
              <a:buNone/>
              <a:defRPr sz="1001"/>
            </a:lvl7pPr>
            <a:lvl8pPr marL="3200648" indent="0">
              <a:buNone/>
              <a:defRPr sz="1001"/>
            </a:lvl8pPr>
            <a:lvl9pPr marL="3657884" indent="0">
              <a:buNone/>
              <a:defRPr sz="100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7"/>
            <a:ext cx="6440259" cy="575510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A7E1-C424-43A5-938A-12DEC0A1D59D}" type="datetime1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62318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57786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2826138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36" indent="0">
              <a:buNone/>
              <a:defRPr sz="1401"/>
            </a:lvl2pPr>
            <a:lvl3pPr marL="914470" indent="0">
              <a:buNone/>
              <a:defRPr sz="1200"/>
            </a:lvl3pPr>
            <a:lvl4pPr marL="1371706" indent="0">
              <a:buNone/>
              <a:defRPr sz="1001"/>
            </a:lvl4pPr>
            <a:lvl5pPr marL="1828942" indent="0">
              <a:buNone/>
              <a:defRPr sz="1001"/>
            </a:lvl5pPr>
            <a:lvl6pPr marL="2286178" indent="0">
              <a:buNone/>
              <a:defRPr sz="1001"/>
            </a:lvl6pPr>
            <a:lvl7pPr marL="2743412" indent="0">
              <a:buNone/>
              <a:defRPr sz="1001"/>
            </a:lvl7pPr>
            <a:lvl8pPr marL="3200648" indent="0">
              <a:buNone/>
              <a:defRPr sz="1001"/>
            </a:lvl8pPr>
            <a:lvl9pPr marL="3657884" indent="0">
              <a:buNone/>
              <a:defRPr sz="100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063321" y="557785"/>
            <a:ext cx="6519082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1"/>
            </a:lvl1pPr>
            <a:lvl2pPr marL="457236" indent="0">
              <a:buNone/>
              <a:defRPr sz="2800"/>
            </a:lvl2pPr>
            <a:lvl3pPr marL="914470" indent="0">
              <a:buNone/>
              <a:defRPr sz="2400"/>
            </a:lvl3pPr>
            <a:lvl4pPr marL="1371706" indent="0">
              <a:buNone/>
              <a:defRPr sz="2000"/>
            </a:lvl4pPr>
            <a:lvl5pPr marL="1828942" indent="0">
              <a:buNone/>
              <a:defRPr sz="2000"/>
            </a:lvl5pPr>
            <a:lvl6pPr marL="2286178" indent="0">
              <a:buNone/>
              <a:defRPr sz="2000"/>
            </a:lvl6pPr>
            <a:lvl7pPr marL="2743412" indent="0">
              <a:buNone/>
              <a:defRPr sz="2000"/>
            </a:lvl7pPr>
            <a:lvl8pPr marL="3200648" indent="0">
              <a:buNone/>
              <a:defRPr sz="2000"/>
            </a:lvl8pPr>
            <a:lvl9pPr marL="3657884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4FC2-B89B-4919-A96B-662A3584681C}" type="datetime1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60049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9" y="1847089"/>
            <a:ext cx="10888473" cy="1133856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8" y="3594099"/>
            <a:ext cx="10890372" cy="2743200"/>
          </a:xfrm>
        </p:spPr>
        <p:txBody>
          <a:bodyPr/>
          <a:lstStyle>
            <a:lvl1pPr marL="0" indent="0">
              <a:buNone/>
              <a:defRPr/>
            </a:lvl1pPr>
            <a:lvl2pPr marL="228619" indent="0">
              <a:buNone/>
              <a:defRPr/>
            </a:lvl2pPr>
            <a:lvl3pPr marL="457236" indent="0">
              <a:buNone/>
              <a:defRPr/>
            </a:lvl3pPr>
            <a:lvl4pPr marL="685854" indent="0">
              <a:buNone/>
              <a:defRPr/>
            </a:lvl4pPr>
            <a:lvl5pPr marL="9144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BE51-D660-433D-AABA-154BE028E64E}" type="datetime1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126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627318"/>
            <a:ext cx="8430766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5"/>
            <a:ext cx="8430638" cy="127961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19" indent="0">
              <a:buNone/>
              <a:defRPr sz="2000"/>
            </a:lvl2pPr>
            <a:lvl3pPr marL="457236" indent="0">
              <a:buNone/>
              <a:defRPr sz="1801"/>
            </a:lvl3pPr>
            <a:lvl4pPr marL="685854" indent="0">
              <a:buNone/>
              <a:defRPr sz="1600"/>
            </a:lvl4pPr>
            <a:lvl5pPr marL="914470" indent="0">
              <a:buNone/>
              <a:defRPr sz="140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F76E-6064-4431-B5C4-29A511725BCF}" type="datetime1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9350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9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1" y="6453004"/>
            <a:ext cx="34943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5EE9E671-1C83-40F7-9D33-FE8AAC7F721F}" type="datetime1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5" y="6453004"/>
            <a:ext cx="28054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4" y="6453004"/>
            <a:ext cx="4292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609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  <p:sldLayoutId id="2147483720" r:id="rId19"/>
    <p:sldLayoutId id="2147483721" r:id="rId20"/>
    <p:sldLayoutId id="2147483722" r:id="rId21"/>
    <p:sldLayoutId id="2147483723" r:id="rId22"/>
    <p:sldLayoutId id="2147483724" r:id="rId23"/>
    <p:sldLayoutId id="2147483725" r:id="rId24"/>
    <p:sldLayoutId id="2147483726" r:id="rId25"/>
    <p:sldLayoutId id="2147483727" r:id="rId26"/>
    <p:sldLayoutId id="2147483728" r:id="rId27"/>
    <p:sldLayoutId id="2147483729" r:id="rId28"/>
    <p:sldLayoutId id="2147483730" r:id="rId29"/>
    <p:sldLayoutId id="2147483731" r:id="rId30"/>
    <p:sldLayoutId id="2147483732" r:id="rId31"/>
    <p:sldLayoutId id="2147483733" r:id="rId32"/>
    <p:sldLayoutId id="2147483734" r:id="rId33"/>
    <p:sldLayoutId id="2147483735" r:id="rId34"/>
    <p:sldLayoutId id="2147483736" r:id="rId35"/>
    <p:sldLayoutId id="2147483737" r:id="rId36"/>
    <p:sldLayoutId id="2147483738" r:id="rId37"/>
    <p:sldLayoutId id="2147483739" r:id="rId38"/>
    <p:sldLayoutId id="2147483740" r:id="rId39"/>
    <p:sldLayoutId id="2147483741" r:id="rId40"/>
    <p:sldLayoutId id="2147483742" r:id="rId41"/>
    <p:sldLayoutId id="2147483743" r:id="rId42"/>
    <p:sldLayoutId id="2147483744" r:id="rId43"/>
    <p:sldLayoutId id="2147483745" r:id="rId44"/>
    <p:sldLayoutId id="2147483746" r:id="rId45"/>
    <p:sldLayoutId id="2147483747" r:id="rId46"/>
    <p:sldLayoutId id="2147483748" r:id="rId47"/>
    <p:sldLayoutId id="2147483749" r:id="rId48"/>
    <p:sldLayoutId id="2147483750" r:id="rId49"/>
  </p:sldLayoutIdLst>
  <p:hf sldNum="0" hdr="0" ftr="0" dt="0"/>
  <p:txStyles>
    <p:titleStyle>
      <a:lvl1pPr algn="l" defTabSz="91447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9" indent="-228619" algn="l" defTabSz="914470" rtl="0" eaLnBrk="1" latinLnBrk="0" hangingPunct="1">
        <a:lnSpc>
          <a:spcPct val="120000"/>
        </a:lnSpc>
        <a:spcBef>
          <a:spcPts val="100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36" indent="-228619" algn="l" defTabSz="91447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685854" indent="-228619" algn="l" defTabSz="91447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70" indent="-228619" algn="l" defTabSz="91447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1" kern="1200">
          <a:solidFill>
            <a:schemeClr val="tx1"/>
          </a:solidFill>
          <a:latin typeface="+mn-lt"/>
          <a:ea typeface="+mn-ea"/>
          <a:cs typeface="+mn-cs"/>
        </a:defRPr>
      </a:lvl4pPr>
      <a:lvl5pPr marL="1143089" indent="-228619" algn="l" defTabSz="91447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795" indent="-228619" algn="l" defTabSz="91447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2031" indent="-228619" algn="l" defTabSz="91447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267" indent="-228619" algn="l" defTabSz="91447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502" indent="-228619" algn="l" defTabSz="91447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70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36" algn="l" defTabSz="914470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70" algn="l" defTabSz="914470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706" algn="l" defTabSz="914470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942" algn="l" defTabSz="914470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178" algn="l" defTabSz="914470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412" algn="l" defTabSz="914470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648" algn="l" defTabSz="914470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884" algn="l" defTabSz="914470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ubtitle 2">
            <a:extLst>
              <a:ext uri="{FF2B5EF4-FFF2-40B4-BE49-F238E27FC236}">
                <a16:creationId xmlns:a16="http://schemas.microsoft.com/office/drawing/2014/main" id="{62560A8A-C069-D170-9C93-082BF49A92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377628"/>
            <a:ext cx="11460480" cy="480373"/>
          </a:xfrm>
        </p:spPr>
        <p:txBody>
          <a:bodyPr/>
          <a:lstStyle/>
          <a:p>
            <a:r>
              <a:rPr lang="fr-FR" noProof="0" dirty="0"/>
              <a:t>Diagramme de cas d’utilisation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5827AD0-006D-8030-705B-676D22FBD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923976" y="-2492342"/>
            <a:ext cx="8098558" cy="1146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283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ce réservé du contenu 9">
            <a:extLst>
              <a:ext uri="{FF2B5EF4-FFF2-40B4-BE49-F238E27FC236}">
                <a16:creationId xmlns:a16="http://schemas.microsoft.com/office/drawing/2014/main" id="{71148AB8-E61C-239D-3444-906D2D0A3F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76658" y="-188500"/>
            <a:ext cx="5112617" cy="7234999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AF111351-6338-93EB-944E-E28D1C84B885}"/>
              </a:ext>
            </a:extLst>
          </p:cNvPr>
          <p:cNvSpPr txBox="1"/>
          <p:nvPr/>
        </p:nvSpPr>
        <p:spPr>
          <a:xfrm>
            <a:off x="284205" y="654908"/>
            <a:ext cx="32868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Organigramme capteur de température </a:t>
            </a:r>
          </a:p>
        </p:txBody>
      </p:sp>
    </p:spTree>
    <p:extLst>
      <p:ext uri="{BB962C8B-B14F-4D97-AF65-F5344CB8AC3E}">
        <p14:creationId xmlns:p14="http://schemas.microsoft.com/office/powerpoint/2010/main" val="874425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8D8A6570-8578-4D32-B814-0CD52C5AA4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-866475"/>
            <a:ext cx="6096000" cy="8626609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FC11BE06-8442-C100-8F0C-1143D94F831A}"/>
              </a:ext>
            </a:extLst>
          </p:cNvPr>
          <p:cNvSpPr txBox="1"/>
          <p:nvPr/>
        </p:nvSpPr>
        <p:spPr>
          <a:xfrm>
            <a:off x="407773" y="1025611"/>
            <a:ext cx="4337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Organigramme capteur de température </a:t>
            </a:r>
          </a:p>
        </p:txBody>
      </p:sp>
    </p:spTree>
    <p:extLst>
      <p:ext uri="{BB962C8B-B14F-4D97-AF65-F5344CB8AC3E}">
        <p14:creationId xmlns:p14="http://schemas.microsoft.com/office/powerpoint/2010/main" val="3332527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1F9A2960-A253-F859-A75F-805AC5F5BC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5400000">
            <a:off x="2698990" y="-1527026"/>
            <a:ext cx="6425512" cy="9281858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473D820C-EA8F-9D92-AC42-15A7CFC79BED}"/>
              </a:ext>
            </a:extLst>
          </p:cNvPr>
          <p:cNvSpPr txBox="1"/>
          <p:nvPr/>
        </p:nvSpPr>
        <p:spPr>
          <a:xfrm>
            <a:off x="86498" y="6326659"/>
            <a:ext cx="73893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Schéma synoptique </a:t>
            </a:r>
          </a:p>
        </p:txBody>
      </p:sp>
    </p:spTree>
    <p:extLst>
      <p:ext uri="{BB962C8B-B14F-4D97-AF65-F5344CB8AC3E}">
        <p14:creationId xmlns:p14="http://schemas.microsoft.com/office/powerpoint/2010/main" val="3533649667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D43F4A-02D5-42AD-9542-27487597C212}" vid="{14154C61-C2E2-42F2-9833-4EC39495D4C7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16</Words>
  <Application>Microsoft Macintosh PowerPoint</Application>
  <PresentationFormat>Grand écran</PresentationFormat>
  <Paragraphs>6</Paragraphs>
  <Slides>4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Aptos</vt:lpstr>
      <vt:lpstr>Arial</vt:lpstr>
      <vt:lpstr>Neue Haas Grotesk Text Pro</vt:lpstr>
      <vt:lpstr>Helena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Desrosiers</dc:creator>
  <cp:lastModifiedBy>Lucas Desrosiers</cp:lastModifiedBy>
  <cp:revision>1</cp:revision>
  <dcterms:created xsi:type="dcterms:W3CDTF">2026-02-12T00:12:25Z</dcterms:created>
  <dcterms:modified xsi:type="dcterms:W3CDTF">2026-02-12T00:34:54Z</dcterms:modified>
</cp:coreProperties>
</file>