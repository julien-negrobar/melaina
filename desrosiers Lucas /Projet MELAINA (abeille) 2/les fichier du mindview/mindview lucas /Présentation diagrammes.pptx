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51" r:id="rId1"/>
  </p:sldMasterIdLst>
  <p:notesMasterIdLst>
    <p:notesMasterId r:id="rId11"/>
  </p:notesMasterIdLst>
  <p:sldIdLst>
    <p:sldId id="256" r:id="rId2"/>
    <p:sldId id="263" r:id="rId3"/>
    <p:sldId id="259" r:id="rId4"/>
    <p:sldId id="261" r:id="rId5"/>
    <p:sldId id="260" r:id="rId6"/>
    <p:sldId id="264" r:id="rId7"/>
    <p:sldId id="262" r:id="rId8"/>
    <p:sldId id="257" r:id="rId9"/>
    <p:sldId id="258" r:id="rId10"/>
  </p:sldIdLst>
  <p:sldSz cx="12192000" cy="6858000"/>
  <p:notesSz cx="6858000" cy="9144000"/>
  <p:defaultTextStyle>
    <a:defPPr>
      <a:defRPr lang="fr-MQ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6E3BB-F593-FE4D-8DB4-624E34C703B6}" type="datetimeFigureOut">
              <a:rPr lang="fr-FR" smtClean="0"/>
              <a:t>14/04/2026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1FF2AB-D25A-1846-83E6-C08D0B0C432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962411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190774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9F77A-1429-C346-DF76-43E183D87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A21F507F-8921-4F90-CBEF-8FC9BD0730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B91FE1F-6B91-21D0-BC7C-F9295457EA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9201A423-3934-5608-96A1-21B236D4D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73464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1FF2AB-D25A-1846-83E6-C08D0B0C432D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903879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5218032"/>
            <a:ext cx="11460480" cy="78638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0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0" y="5972630"/>
            <a:ext cx="11460480" cy="480373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1"/>
            <a:ext cx="12191998" cy="4986425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567B50E4-2343-4B20-80BE-1605C97DFB16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64705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2DE44A-7CD8-4860-9BDC-2BE4C911F6D0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997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68898" y="1129554"/>
            <a:ext cx="4361689" cy="347523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5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68898" y="4731336"/>
            <a:ext cx="4206241" cy="118458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2000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584949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68897" y="6453004"/>
            <a:ext cx="1707625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38EAEAF-D16E-446F-97F9-D23FB245CB45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4507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" y="411480"/>
            <a:ext cx="4654296" cy="3739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761" y="4873752"/>
            <a:ext cx="4206241" cy="1380744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596130" y="0"/>
            <a:ext cx="6595871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137161" y="6453004"/>
            <a:ext cx="1951778" cy="365125"/>
          </a:xfrm>
        </p:spPr>
        <p:txBody>
          <a:bodyPr/>
          <a:lstStyle/>
          <a:p>
            <a:fld id="{782E7A21-5BA8-4C4C-9705-3A1EA342AD8A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208894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4844579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7229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1208" y="548642"/>
            <a:ext cx="7478991" cy="3635797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0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21210" y="4473553"/>
            <a:ext cx="6655522" cy="154533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201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E73BE-5F1F-40EF-8F67-E3F24D65884D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3018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8010" y="854241"/>
            <a:ext cx="7876287" cy="359262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58369" y="4617138"/>
            <a:ext cx="737546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</a:lstStyle>
          <a:p>
            <a:pPr lvl="0"/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868EF1-668D-4AD0-8652-1F3B3622EDC2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8458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200" y="1318302"/>
            <a:ext cx="8229601" cy="2621154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01926" y="4039648"/>
            <a:ext cx="7588154" cy="1414091"/>
          </a:xfrm>
        </p:spPr>
        <p:txBody>
          <a:bodyPr>
            <a:normAutofit/>
          </a:bodyPr>
          <a:lstStyle>
            <a:lvl1pPr marL="0" indent="0" algn="ctr">
              <a:buNone/>
              <a:defRPr sz="2201"/>
            </a:lvl1pPr>
            <a:lvl2pPr marL="457236" indent="0" algn="ctr">
              <a:buNone/>
              <a:defRPr sz="2000"/>
            </a:lvl2pPr>
            <a:lvl3pPr marL="914470" indent="0" algn="ctr">
              <a:buNone/>
              <a:defRPr sz="1801"/>
            </a:lvl3pPr>
            <a:lvl4pPr marL="1371706" indent="0" algn="ctr">
              <a:buNone/>
              <a:defRPr sz="1600"/>
            </a:lvl4pPr>
            <a:lvl5pPr marL="1828942" indent="0" algn="ctr">
              <a:buNone/>
              <a:defRPr sz="1600"/>
            </a:lvl5pPr>
            <a:lvl6pPr marL="2286178" indent="0" algn="ctr">
              <a:buNone/>
              <a:defRPr sz="1600"/>
            </a:lvl6pPr>
            <a:lvl7pPr marL="2743412" indent="0" algn="ctr">
              <a:buNone/>
              <a:defRPr sz="1600"/>
            </a:lvl7pPr>
            <a:lvl8pPr marL="3200648" indent="0" algn="ctr">
              <a:buNone/>
              <a:defRPr sz="1600"/>
            </a:lvl8pPr>
            <a:lvl9pPr marL="3657884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95609F-9B5B-4E29-8DB1-457A85E01A27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9856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2" y="1801368"/>
            <a:ext cx="7772400" cy="4572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401" dirty="0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A0DE37-B9D6-425C-B79B-6C6DFFBD0DA2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00856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664108"/>
            <a:ext cx="8467557" cy="1554480"/>
          </a:xfrm>
        </p:spPr>
        <p:txBody>
          <a:bodyPr anchor="b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8" y="2333861"/>
            <a:ext cx="8467557" cy="3689909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400"/>
            </a:lvl1pPr>
            <a:lvl2pPr marL="685854" indent="-457236">
              <a:buFont typeface="+mj-lt"/>
              <a:buAutoNum type="arabicPeriod"/>
              <a:defRPr sz="2000"/>
            </a:lvl2pPr>
            <a:lvl3pPr marL="800162" indent="-342926">
              <a:buFont typeface="+mj-lt"/>
              <a:buAutoNum type="arabicPeriod"/>
              <a:defRPr sz="1801"/>
            </a:lvl3pPr>
            <a:lvl4pPr marL="1028780" indent="-342926">
              <a:buFont typeface="+mj-lt"/>
              <a:buAutoNum type="arabicPeriod"/>
              <a:defRPr sz="1600"/>
            </a:lvl4pPr>
            <a:lvl5pPr marL="1257397" indent="-342926"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45B0EE-4023-4E3C-8875-10AA631453CF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812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001" y="1161288"/>
            <a:ext cx="4663440" cy="155448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9AC20259-235D-F9C3-3788-C1457976F5A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" y="0"/>
            <a:ext cx="609904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858001" y="2825496"/>
            <a:ext cx="4663440" cy="3337560"/>
          </a:xfrm>
        </p:spPr>
        <p:txBody>
          <a:bodyPr>
            <a:normAutofit/>
          </a:bodyPr>
          <a:lstStyle>
            <a:lvl1pPr marL="457236" indent="-457236">
              <a:buFont typeface="+mj-lt"/>
              <a:buAutoNum type="arabicPeriod"/>
              <a:defRPr sz="2000"/>
            </a:lvl1pPr>
            <a:lvl2pPr marL="571545" indent="-342926">
              <a:buFont typeface="+mj-lt"/>
              <a:buAutoNum type="arabicPeriod"/>
              <a:defRPr sz="1801"/>
            </a:lvl2pPr>
            <a:lvl3pPr marL="800162" indent="-342926">
              <a:buFont typeface="+mj-lt"/>
              <a:buAutoNum type="arabicPeriod"/>
              <a:defRPr sz="1600"/>
            </a:lvl3pPr>
            <a:lvl4pPr marL="1028780" indent="-342926">
              <a:buFont typeface="+mj-lt"/>
              <a:buAutoNum type="arabicPeriod"/>
              <a:defRPr sz="1401"/>
            </a:lvl4pPr>
            <a:lvl5pPr>
              <a:buFont typeface="+mj-lt"/>
              <a:buAutoNum type="arabicPeriod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857998" y="6453004"/>
            <a:ext cx="1996690" cy="365125"/>
          </a:xfrm>
        </p:spPr>
        <p:txBody>
          <a:bodyPr/>
          <a:lstStyle/>
          <a:p>
            <a:fld id="{CE6CA204-B091-40ED-8158-331EE628B522}" type="datetime1">
              <a:rPr lang="en-US" smtClean="0"/>
              <a:t>4/14/26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6273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385975"/>
            <a:ext cx="4325113" cy="2454796"/>
          </a:xfrm>
        </p:spPr>
        <p:txBody>
          <a:bodyPr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D633F00-464B-3088-812A-40496FD1021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273800" y="2386584"/>
            <a:ext cx="4325113" cy="2459736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692F09-9D88-4105-92F6-7298804EAA90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3379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8348" y="2258569"/>
            <a:ext cx="3813050" cy="355701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0" y="2254250"/>
            <a:ext cx="4956174" cy="35560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3744F96-061D-4D71-97A2-2371A43FDE7C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6989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1537854"/>
            <a:ext cx="4145582" cy="46388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19741" y="1538288"/>
            <a:ext cx="5681661" cy="481806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5FE133-02A7-439F-9131-2680F754099D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5520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877458"/>
            <a:ext cx="4142233" cy="4940661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22913" y="877456"/>
            <a:ext cx="6159501" cy="539082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1BF7DD-C7D0-4333-B18D-CCAF5427F9DD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934883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Conten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534" y="548641"/>
            <a:ext cx="3494316" cy="5719639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04268" y="549274"/>
            <a:ext cx="7315200" cy="5806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415979-091A-4302-A385-56FC1CE52E32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924890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38939" y="548640"/>
            <a:ext cx="6093225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79388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38938" y="1828800"/>
            <a:ext cx="6071615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538940" y="6453004"/>
            <a:ext cx="3337583" cy="365125"/>
          </a:xfrm>
        </p:spPr>
        <p:txBody>
          <a:bodyPr/>
          <a:lstStyle/>
          <a:p>
            <a:fld id="{7836D543-476D-434F-B209-1A114B2E3F04}" type="datetime1">
              <a:rPr lang="en-US" smtClean="0"/>
              <a:t>4/14/26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10489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6135624" cy="1143000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1828800"/>
            <a:ext cx="6135624" cy="448970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400545" y="0"/>
            <a:ext cx="479145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9" name="Date Placeholder 8">
            <a:extLst>
              <a:ext uri="{FF2B5EF4-FFF2-40B4-BE49-F238E27FC236}">
                <a16:creationId xmlns:a16="http://schemas.microsoft.com/office/drawing/2014/main" id="{81177663-FC76-DF36-EEB7-5BE4C6C82F3A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83DD0F20-7689-42E6-8664-6AA00B79F132}" type="datetime1">
              <a:rPr lang="en-US" smtClean="0"/>
              <a:t>4/14/26</a:t>
            </a:fld>
            <a:endParaRPr lang="en-US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4515DEC4-C967-ABFB-73CF-0A90335332A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3950593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2" name="Slide Number Placeholder 11">
            <a:extLst>
              <a:ext uri="{FF2B5EF4-FFF2-40B4-BE49-F238E27FC236}">
                <a16:creationId xmlns:a16="http://schemas.microsoft.com/office/drawing/2014/main" id="{A5A5085F-BE80-B110-AA1F-9DD0919E27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706233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15458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4573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74573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745736" y="6453004"/>
            <a:ext cx="3494316" cy="365125"/>
          </a:xfrm>
        </p:spPr>
        <p:txBody>
          <a:bodyPr/>
          <a:lstStyle/>
          <a:p>
            <a:fld id="{30F2F577-5BDA-4749-9F3F-0D340DC0D6A8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504692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320040"/>
            <a:ext cx="6858000" cy="93268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8" y="1380744"/>
            <a:ext cx="6858000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5" y="0"/>
            <a:ext cx="4100266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/>
        <p:txBody>
          <a:bodyPr/>
          <a:lstStyle/>
          <a:p>
            <a:fld id="{AC9378AD-A6D7-4162-BB5C-47C49B2E145B}" type="datetime1">
              <a:rPr lang="en-US" smtClean="0"/>
              <a:t>4/14/26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285800" y="6453004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2" y="6453004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145474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3809" y="584339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1" y="0"/>
            <a:ext cx="661151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253746" y="2212975"/>
            <a:ext cx="4362450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253744" y="6453004"/>
            <a:ext cx="162277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67B65D3-547A-48A8-9F1F-13ED0B55ACC6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55968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4361689" cy="1527048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2212975"/>
            <a:ext cx="4360863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76A7CFE7-E645-4439-AA6B-DA8CF856D63E}" type="datetime1">
              <a:rPr lang="en-US" smtClean="0"/>
              <a:t>4/14/26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745481" y="0"/>
            <a:ext cx="64465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5674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94554" y="320040"/>
            <a:ext cx="4522938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" y="0"/>
            <a:ext cx="649224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104890" y="1380744"/>
            <a:ext cx="45126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104494" y="6453004"/>
            <a:ext cx="177202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E8B2C0DB-994F-48B0-91F4-5F06C3B86E32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796921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320040"/>
            <a:ext cx="4572001" cy="932688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2" y="1380744"/>
            <a:ext cx="4572001" cy="4983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2031073" cy="365125"/>
          </a:xfrm>
        </p:spPr>
        <p:txBody>
          <a:bodyPr/>
          <a:lstStyle/>
          <a:p>
            <a:fld id="{D3F6A089-BE3E-4BB0-98EE-FDF712FF3613}" type="datetime1">
              <a:rPr lang="en-US" smtClean="0"/>
              <a:t>4/14/26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917722" y="0"/>
            <a:ext cx="6274278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168234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923876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6591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212663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2" y="0"/>
            <a:ext cx="7584144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212789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212663" y="6453004"/>
            <a:ext cx="922373" cy="365125"/>
          </a:xfrm>
        </p:spPr>
        <p:txBody>
          <a:bodyPr/>
          <a:lstStyle/>
          <a:p>
            <a:fld id="{AC101298-AE91-4071-9C72-5A98117ABE14}" type="datetime1">
              <a:rPr lang="en-US" smtClean="0"/>
              <a:t>4/14/26</a:t>
            </a:fld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9135038" y="6453004"/>
            <a:ext cx="2546890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790245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83413"/>
            <a:ext cx="3401569" cy="1527048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6" y="2212975"/>
            <a:ext cx="3401569" cy="40957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4" y="6453004"/>
            <a:ext cx="1067625" cy="365125"/>
          </a:xfrm>
        </p:spPr>
        <p:txBody>
          <a:bodyPr/>
          <a:lstStyle/>
          <a:p>
            <a:fld id="{EABE4333-790C-44CD-B503-F52418ED809A}" type="datetime1">
              <a:rPr lang="en-US" smtClean="0"/>
              <a:t>4/14/26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761781" y="0"/>
            <a:ext cx="74302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204787" y="6453004"/>
            <a:ext cx="280540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960427" y="6453004"/>
            <a:ext cx="429208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17305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3102" y="1078994"/>
            <a:ext cx="3273552" cy="1942773"/>
          </a:xfrm>
        </p:spPr>
        <p:txBody>
          <a:bodyPr anchor="b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7781365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344097" y="3099816"/>
            <a:ext cx="3273552" cy="295351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228619" indent="0">
              <a:buNone/>
              <a:defRPr sz="1401"/>
            </a:lvl2pPr>
            <a:lvl3pPr marL="457236" indent="0">
              <a:buNone/>
              <a:defRPr sz="1401"/>
            </a:lvl3pPr>
            <a:lvl4pPr marL="685854" indent="0">
              <a:buNone/>
              <a:defRPr sz="1401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43102" y="6453004"/>
            <a:ext cx="1003659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D2397CCD-8E49-4379-8DCB-9F17CAEDFC10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346763" y="6453004"/>
            <a:ext cx="2335165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83236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012268"/>
            <a:ext cx="3739897" cy="1390330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463513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6146F6-C62B-441B-BAD2-D550454B4D53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49241" y="5012267"/>
            <a:ext cx="6400801" cy="139033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600"/>
            </a:lvl1pPr>
            <a:lvl2pPr marL="228619" indent="0">
              <a:buFont typeface="Arial" panose="020B0604020202020204" pitchFamily="34" charset="0"/>
              <a:buNone/>
              <a:defRPr sz="1401"/>
            </a:lvl2pPr>
            <a:lvl3pPr marL="457236" indent="0">
              <a:buFont typeface="Arial" panose="020B0604020202020204" pitchFamily="34" charset="0"/>
              <a:buNone/>
              <a:defRPr sz="1401"/>
            </a:lvl3pPr>
            <a:lvl4pPr marL="685854" indent="0">
              <a:buFont typeface="Arial" panose="020B0604020202020204" pitchFamily="34" charset="0"/>
              <a:buNone/>
              <a:defRPr sz="1401"/>
            </a:lvl4pPr>
            <a:lvl5pPr marL="914470" indent="0">
              <a:buFont typeface="Arial" panose="020B0604020202020204" pitchFamily="34" charset="0"/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85659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4162318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383A68-D563-4FD5-B11F-54F8D5F1E37F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4162318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0982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1735" y="561425"/>
            <a:ext cx="2953618" cy="1892808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307973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7161" y="59780"/>
            <a:ext cx="3494316" cy="365125"/>
          </a:xfrm>
        </p:spPr>
        <p:txBody>
          <a:bodyPr/>
          <a:lstStyle/>
          <a:p>
            <a:fld id="{3148FABB-02FF-476F-AB37-BDD0E354E780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977643" y="561425"/>
            <a:ext cx="7772400" cy="2240280"/>
          </a:xfrm>
        </p:spPr>
        <p:txBody>
          <a:bodyPr>
            <a:normAutofit/>
          </a:bodyPr>
          <a:lstStyle>
            <a:lvl1pPr marL="285772" indent="-285772">
              <a:buFont typeface="Arial" panose="020B0604020202020204" pitchFamily="34" charset="0"/>
              <a:buChar char="•"/>
              <a:defRPr sz="1801"/>
            </a:lvl1pPr>
            <a:lvl2pPr marL="514391" indent="-285772">
              <a:buFont typeface="Arial" panose="020B0604020202020204" pitchFamily="34" charset="0"/>
              <a:buChar char="•"/>
              <a:defRPr sz="1600"/>
            </a:lvl2pPr>
            <a:lvl3pPr marL="743008" indent="-285772">
              <a:buFont typeface="Arial" panose="020B0604020202020204" pitchFamily="34" charset="0"/>
              <a:buChar char="•"/>
              <a:defRPr sz="1401"/>
            </a:lvl3pPr>
            <a:lvl4pPr marL="857316" indent="-171464">
              <a:buFont typeface="Arial" panose="020B0604020202020204" pitchFamily="34" charset="0"/>
              <a:buChar char="•"/>
              <a:defRPr sz="1401"/>
            </a:lvl4pPr>
            <a:lvl5pPr marL="1085935" indent="-171464">
              <a:buFont typeface="Arial" panose="020B0604020202020204" pitchFamily="34" charset="0"/>
              <a:buChar char="•"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76525" y="59780"/>
            <a:ext cx="2805403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32164" y="59780"/>
            <a:ext cx="429208" cy="365125"/>
          </a:xfrm>
        </p:spPr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962410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603506"/>
            <a:ext cx="10972802" cy="970463"/>
          </a:xfrm>
        </p:spPr>
        <p:txBody>
          <a:bodyPr anchor="ctr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7" y="1828800"/>
            <a:ext cx="6172201" cy="4425696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1897688-419F-6EB2-5CC1-DC14924E5FC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327396" y="1828801"/>
            <a:ext cx="4251960" cy="4428871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A428D3-736A-4038-886C-8BF662AA2745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973140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48640"/>
            <a:ext cx="4672584" cy="1453896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12649" y="2290890"/>
            <a:ext cx="4672584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096002" y="549276"/>
            <a:ext cx="5585926" cy="57832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D1DDEB-9B85-4E99-8A3D-ABE66C6280C3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629603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Photo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7" y="550218"/>
            <a:ext cx="3657603" cy="1453896"/>
          </a:xfrm>
        </p:spPr>
        <p:txBody>
          <a:bodyPr anchor="t">
            <a:normAutofit/>
          </a:bodyPr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31522" y="2295144"/>
            <a:ext cx="3490175" cy="4041648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.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016500" y="549276"/>
            <a:ext cx="6561138" cy="575945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A65DCA-443F-4667-9ED1-418507CE45A8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805080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4945" y="4718304"/>
            <a:ext cx="5897881" cy="135331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20000"/>
              </a:lnSpc>
              <a:defRPr lang="en-US" sz="2800" b="0" dirty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9498" y="603503"/>
            <a:ext cx="10826495" cy="43342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lang="en-US" sz="23202" b="1" dirty="0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A1557D-4816-44D0-B6EE-6CAC6E30B54D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424053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accent1">
                    <a:lumMod val="75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F872E-5ED2-46B0-83A4-0C1AF0E0D91C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9970440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ig Number 3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64B1ECB8-9E10-D2F3-E361-7D268551E2E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77441" y="4809744"/>
            <a:ext cx="7525514" cy="1545336"/>
          </a:xfrm>
        </p:spPr>
        <p:txBody>
          <a:bodyPr>
            <a:normAutofit/>
          </a:bodyPr>
          <a:lstStyle>
            <a:lvl1pPr algn="ctr">
              <a:lnSpc>
                <a:spcPct val="110000"/>
              </a:lnSpc>
              <a:defRPr sz="28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640079"/>
            <a:ext cx="10543033" cy="4206240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3202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218575-0C6E-47B4-936E-32183810D7BF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3604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C29FB5-1C86-423F-AEAA-2683840666C3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630936"/>
            <a:ext cx="8266175" cy="5605272"/>
          </a:xfrm>
        </p:spPr>
        <p:txBody>
          <a:bodyPr anchor="ctr">
            <a:normAutofit/>
          </a:bodyPr>
          <a:lstStyle>
            <a:lvl1pPr marL="0" indent="0">
              <a:lnSpc>
                <a:spcPct val="100000"/>
              </a:lnSpc>
              <a:buNone/>
              <a:defRPr sz="5401" b="1"/>
            </a:lvl1pPr>
            <a:lvl2pPr marL="228619" indent="0">
              <a:lnSpc>
                <a:spcPct val="100000"/>
              </a:lnSpc>
              <a:buNone/>
              <a:defRPr sz="4800" b="1"/>
            </a:lvl2pPr>
            <a:lvl3pPr marL="457236" indent="0">
              <a:lnSpc>
                <a:spcPct val="100000"/>
              </a:lnSpc>
              <a:buNone/>
              <a:defRPr sz="4400" b="1"/>
            </a:lvl3pPr>
            <a:lvl4pPr marL="685854" indent="0">
              <a:lnSpc>
                <a:spcPct val="100000"/>
              </a:lnSpc>
              <a:buNone/>
              <a:defRPr sz="4000" b="1"/>
            </a:lvl4pPr>
            <a:lvl5pPr marL="914470" indent="0">
              <a:lnSpc>
                <a:spcPct val="100000"/>
              </a:lnSpc>
              <a:buNone/>
              <a:defRPr sz="36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6436604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tatem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1CCB4E-88AF-46AC-B7C5-30308F179659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929384"/>
            <a:ext cx="8266175" cy="4142232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479047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1" cy="9144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915B6-CC2A-4462-A7E5-B3080DF8F97D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pPr/>
              <a:t>‹N°›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548640"/>
            <a:ext cx="8266175" cy="5605272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5001" b="1"/>
            </a:lvl1pPr>
            <a:lvl2pPr marL="228619" indent="0">
              <a:lnSpc>
                <a:spcPct val="100000"/>
              </a:lnSpc>
              <a:buNone/>
              <a:defRPr sz="4400" b="1"/>
            </a:lvl2pPr>
            <a:lvl3pPr marL="457236" indent="0">
              <a:lnSpc>
                <a:spcPct val="100000"/>
              </a:lnSpc>
              <a:buNone/>
              <a:defRPr sz="4000" b="1"/>
            </a:lvl3pPr>
            <a:lvl4pPr marL="685854" indent="0">
              <a:lnSpc>
                <a:spcPct val="100000"/>
              </a:lnSpc>
              <a:buNone/>
              <a:defRPr sz="3600" b="1"/>
            </a:lvl4pPr>
            <a:lvl5pPr marL="914470" indent="0">
              <a:lnSpc>
                <a:spcPct val="100000"/>
              </a:lnSpc>
              <a:buNone/>
              <a:defRPr sz="32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874649879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11" y="5431536"/>
            <a:ext cx="9021470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65760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6188F7-A494-4EEB-A53D-2B97B1D4CD3C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1311620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2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06DECC02-1725-49EE-C93B-A4C2C4049458}"/>
              </a:ext>
            </a:extLst>
          </p:cNvPr>
          <p:cNvSpPr/>
          <p:nvPr/>
        </p:nvSpPr>
        <p:spPr>
          <a:xfrm>
            <a:off x="0" y="1"/>
            <a:ext cx="12192000" cy="68580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77009" y="5349240"/>
            <a:ext cx="9043416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344168"/>
            <a:ext cx="9198864" cy="329184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0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406BC0-1562-42E5-89A2-925CA193C8A6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635493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0042" y="5669280"/>
            <a:ext cx="8805673" cy="466344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201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12648" y="1097280"/>
            <a:ext cx="8961121" cy="3474720"/>
          </a:xfrm>
        </p:spPr>
        <p:txBody>
          <a:bodyPr anchor="ctr">
            <a:normAutofit/>
          </a:bodyPr>
          <a:lstStyle>
            <a:lvl1pPr marL="164604" indent="-164604">
              <a:lnSpc>
                <a:spcPct val="100000"/>
              </a:lnSpc>
              <a:spcBef>
                <a:spcPts val="0"/>
              </a:spcBef>
              <a:buNone/>
              <a:defRPr sz="4201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7F376A-778D-45CF-8340-DB03B2DA6A3E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440805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51" y="548640"/>
            <a:ext cx="10741151" cy="113225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4DC103C-4E45-07FA-2734-5BAE2624DC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2776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288F1ED9-CE64-0191-F909-FDC002A745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1" y="1825625"/>
            <a:ext cx="5181601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9DFF5A-622E-43FE-9EE9-BAAB78AB2046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933841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1" y="547397"/>
            <a:ext cx="10745788" cy="114329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2" y="1685735"/>
            <a:ext cx="5157786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86E5640-DE07-46FE-2EFB-FCD8C5238DC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09601" y="2387601"/>
            <a:ext cx="51577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3" y="1685735"/>
            <a:ext cx="5183188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2000" b="1" cap="all" baseline="0"/>
            </a:lvl1pPr>
            <a:lvl2pPr marL="457236" indent="0">
              <a:buNone/>
              <a:defRPr sz="2000" b="1"/>
            </a:lvl2pPr>
            <a:lvl3pPr marL="914470" indent="0">
              <a:buNone/>
              <a:defRPr sz="1801" b="1"/>
            </a:lvl3pPr>
            <a:lvl4pPr marL="1371706" indent="0">
              <a:buNone/>
              <a:defRPr sz="1600" b="1"/>
            </a:lvl4pPr>
            <a:lvl5pPr marL="1828942" indent="0">
              <a:buNone/>
              <a:defRPr sz="1600" b="1"/>
            </a:lvl5pPr>
            <a:lvl6pPr marL="2286178" indent="0">
              <a:buNone/>
              <a:defRPr sz="1600" b="1"/>
            </a:lvl6pPr>
            <a:lvl7pPr marL="2743412" indent="0">
              <a:buNone/>
              <a:defRPr sz="1600" b="1"/>
            </a:lvl7pPr>
            <a:lvl8pPr marL="3200648" indent="0">
              <a:buNone/>
              <a:defRPr sz="1600" b="1"/>
            </a:lvl8pPr>
            <a:lvl9pPr marL="3657884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0D5795C-6228-AA6F-1CF7-AD7010686BC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172203" y="2387601"/>
            <a:ext cx="5183188" cy="376396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55C09E-FF30-4AA0-A227-171955622259}" type="datetime1">
              <a:rPr lang="en-US" smtClean="0"/>
              <a:t>4/14/26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48388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B279FF-407B-4B41-9E69-DE66ED04A328}" type="datetime1">
              <a:rPr lang="en-US" smtClean="0"/>
              <a:t>4/14/26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7865546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03E812-757D-4139-AF81-227C72D4B544}" type="datetime1">
              <a:rPr lang="en-US" smtClean="0"/>
              <a:t>4/14/26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9167489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0C37F-77BE-E128-4248-D001C39E79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3617"/>
            <a:ext cx="3595634" cy="1757505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C0EEBFB-2026-6A35-33ED-F008376B67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311123"/>
            <a:ext cx="3595634" cy="3993263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3B20A8-A604-C977-02C0-083BA86634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4708" y="553617"/>
            <a:ext cx="6440259" cy="575510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3F05638-7A56-469A-825A-1DFA60025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A7E1-C424-43A5-938A-12DEC0A1D59D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85A215-184B-2105-0279-ED02F6445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C7CA46-892B-253A-3A28-7414E17B83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62318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B06A09-98CF-FAC2-3708-AECC4360C6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557786"/>
            <a:ext cx="3595634" cy="2212313"/>
          </a:xfrm>
        </p:spPr>
        <p:txBody>
          <a:bodyPr anchor="t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2C4A61-EF2A-C5A5-B150-4448600B39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12649" y="2826138"/>
            <a:ext cx="3585586" cy="3434638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36" indent="0">
              <a:buNone/>
              <a:defRPr sz="1401"/>
            </a:lvl2pPr>
            <a:lvl3pPr marL="914470" indent="0">
              <a:buNone/>
              <a:defRPr sz="1200"/>
            </a:lvl3pPr>
            <a:lvl4pPr marL="1371706" indent="0">
              <a:buNone/>
              <a:defRPr sz="1001"/>
            </a:lvl4pPr>
            <a:lvl5pPr marL="1828942" indent="0">
              <a:buNone/>
              <a:defRPr sz="1001"/>
            </a:lvl5pPr>
            <a:lvl6pPr marL="2286178" indent="0">
              <a:buNone/>
              <a:defRPr sz="1001"/>
            </a:lvl6pPr>
            <a:lvl7pPr marL="2743412" indent="0">
              <a:buNone/>
              <a:defRPr sz="1001"/>
            </a:lvl7pPr>
            <a:lvl8pPr marL="3200648" indent="0">
              <a:buNone/>
              <a:defRPr sz="1001"/>
            </a:lvl8pPr>
            <a:lvl9pPr marL="3657884" indent="0">
              <a:buNone/>
              <a:defRPr sz="100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571C769-CEC8-962A-01E6-15B0E056791E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>
          <a:xfrm>
            <a:off x="5063321" y="557785"/>
            <a:ext cx="6519082" cy="5779007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>
            <a:normAutofit/>
          </a:bodyPr>
          <a:lstStyle>
            <a:lvl1pPr marL="0" indent="0">
              <a:buNone/>
              <a:defRPr sz="1801"/>
            </a:lvl1pPr>
            <a:lvl2pPr marL="457236" indent="0">
              <a:buNone/>
              <a:defRPr sz="2800"/>
            </a:lvl2pPr>
            <a:lvl3pPr marL="914470" indent="0">
              <a:buNone/>
              <a:defRPr sz="2400"/>
            </a:lvl3pPr>
            <a:lvl4pPr marL="1371706" indent="0">
              <a:buNone/>
              <a:defRPr sz="2000"/>
            </a:lvl4pPr>
            <a:lvl5pPr marL="1828942" indent="0">
              <a:buNone/>
              <a:defRPr sz="2000"/>
            </a:lvl5pPr>
            <a:lvl6pPr marL="2286178" indent="0">
              <a:buNone/>
              <a:defRPr sz="2000"/>
            </a:lvl6pPr>
            <a:lvl7pPr marL="2743412" indent="0">
              <a:buNone/>
              <a:defRPr sz="2000"/>
            </a:lvl7pPr>
            <a:lvl8pPr marL="3200648" indent="0">
              <a:buNone/>
              <a:defRPr sz="2000"/>
            </a:lvl8pPr>
            <a:lvl9pPr marL="3657884" indent="0">
              <a:buNone/>
              <a:defRPr sz="2000"/>
            </a:lvl9pPr>
          </a:lstStyle>
          <a:p>
            <a:r>
              <a:rPr lang="en-US" dirty="0"/>
              <a:t>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20B235E-39C7-4C78-20EF-DB48ECD9CB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7C4FC2-B89B-4919-A96B-662A3584681C}" type="datetime1">
              <a:rPr lang="en-US" smtClean="0"/>
              <a:t>4/14/26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DC75DA-9A78-9AB9-7171-95A08CC51C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FE1A03-DCCB-53C7-DBFE-2AD55C905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160049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9" y="1847089"/>
            <a:ext cx="10888473" cy="1133856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8" y="3594099"/>
            <a:ext cx="10890372" cy="2743200"/>
          </a:xfrm>
        </p:spPr>
        <p:txBody>
          <a:bodyPr/>
          <a:lstStyle>
            <a:lvl1pPr marL="0" indent="0">
              <a:buNone/>
              <a:defRPr/>
            </a:lvl1pPr>
            <a:lvl2pPr marL="228619" indent="0">
              <a:buNone/>
              <a:defRPr/>
            </a:lvl2pPr>
            <a:lvl3pPr marL="457236" indent="0">
              <a:buNone/>
              <a:defRPr/>
            </a:lvl3pPr>
            <a:lvl4pPr marL="685854" indent="0">
              <a:buNone/>
              <a:defRPr/>
            </a:lvl4pPr>
            <a:lvl5pPr marL="914470" indent="0">
              <a:buNone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24BE51-D660-433D-AABA-154BE028E64E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263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1627318"/>
            <a:ext cx="8430766" cy="1842020"/>
          </a:xfrm>
        </p:spPr>
        <p:txBody>
          <a:bodyPr anchor="b">
            <a:normAutofit/>
          </a:bodyPr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5"/>
            <a:ext cx="8430638" cy="1279615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  <a:lvl2pPr marL="228619" indent="0">
              <a:buNone/>
              <a:defRPr sz="2000"/>
            </a:lvl2pPr>
            <a:lvl3pPr marL="457236" indent="0">
              <a:buNone/>
              <a:defRPr sz="1801"/>
            </a:lvl3pPr>
            <a:lvl4pPr marL="685854" indent="0">
              <a:buNone/>
              <a:defRPr sz="1600"/>
            </a:lvl4pPr>
            <a:lvl5pPr marL="914470" indent="0">
              <a:buNone/>
              <a:defRPr sz="1401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61F76E-6064-4431-B5C4-29A511725BCF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39350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48640"/>
            <a:ext cx="10653579" cy="113225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8" y="1715532"/>
            <a:ext cx="10653579" cy="459382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37161" y="6453004"/>
            <a:ext cx="34943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fld id="{5EE9E671-1C83-40F7-9D33-FE8AAC7F721F}" type="datetime1">
              <a:rPr lang="en-US" smtClean="0"/>
              <a:t>4/14/26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876525" y="6453004"/>
            <a:ext cx="28054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632164" y="6453004"/>
            <a:ext cx="42920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CC057153-B650-4DEB-B370-79DDCFDCE934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6094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2" r:id="rId1"/>
    <p:sldLayoutId id="2147483703" r:id="rId2"/>
    <p:sldLayoutId id="2147483704" r:id="rId3"/>
    <p:sldLayoutId id="2147483705" r:id="rId4"/>
    <p:sldLayoutId id="2147483706" r:id="rId5"/>
    <p:sldLayoutId id="2147483707" r:id="rId6"/>
    <p:sldLayoutId id="2147483708" r:id="rId7"/>
    <p:sldLayoutId id="2147483709" r:id="rId8"/>
    <p:sldLayoutId id="2147483710" r:id="rId9"/>
    <p:sldLayoutId id="2147483711" r:id="rId10"/>
    <p:sldLayoutId id="2147483712" r:id="rId11"/>
    <p:sldLayoutId id="2147483713" r:id="rId12"/>
    <p:sldLayoutId id="2147483714" r:id="rId13"/>
    <p:sldLayoutId id="2147483715" r:id="rId14"/>
    <p:sldLayoutId id="2147483716" r:id="rId15"/>
    <p:sldLayoutId id="2147483717" r:id="rId16"/>
    <p:sldLayoutId id="2147483718" r:id="rId17"/>
    <p:sldLayoutId id="2147483719" r:id="rId18"/>
    <p:sldLayoutId id="2147483720" r:id="rId19"/>
    <p:sldLayoutId id="2147483721" r:id="rId20"/>
    <p:sldLayoutId id="2147483722" r:id="rId21"/>
    <p:sldLayoutId id="2147483723" r:id="rId22"/>
    <p:sldLayoutId id="2147483724" r:id="rId23"/>
    <p:sldLayoutId id="2147483725" r:id="rId24"/>
    <p:sldLayoutId id="2147483726" r:id="rId25"/>
    <p:sldLayoutId id="2147483727" r:id="rId26"/>
    <p:sldLayoutId id="2147483728" r:id="rId27"/>
    <p:sldLayoutId id="2147483729" r:id="rId28"/>
    <p:sldLayoutId id="2147483730" r:id="rId29"/>
    <p:sldLayoutId id="2147483731" r:id="rId30"/>
    <p:sldLayoutId id="2147483732" r:id="rId31"/>
    <p:sldLayoutId id="2147483733" r:id="rId32"/>
    <p:sldLayoutId id="2147483734" r:id="rId33"/>
    <p:sldLayoutId id="2147483735" r:id="rId34"/>
    <p:sldLayoutId id="2147483736" r:id="rId35"/>
    <p:sldLayoutId id="2147483737" r:id="rId36"/>
    <p:sldLayoutId id="2147483738" r:id="rId37"/>
    <p:sldLayoutId id="2147483739" r:id="rId38"/>
    <p:sldLayoutId id="2147483740" r:id="rId39"/>
    <p:sldLayoutId id="2147483741" r:id="rId40"/>
    <p:sldLayoutId id="2147483742" r:id="rId41"/>
    <p:sldLayoutId id="2147483743" r:id="rId42"/>
    <p:sldLayoutId id="2147483744" r:id="rId43"/>
    <p:sldLayoutId id="2147483745" r:id="rId44"/>
    <p:sldLayoutId id="2147483746" r:id="rId45"/>
    <p:sldLayoutId id="2147483747" r:id="rId46"/>
    <p:sldLayoutId id="2147483748" r:id="rId47"/>
    <p:sldLayoutId id="2147483749" r:id="rId48"/>
    <p:sldLayoutId id="2147483750" r:id="rId49"/>
  </p:sldLayoutIdLst>
  <p:hf sldNum="0" hdr="0" ftr="0" dt="0"/>
  <p:txStyles>
    <p:titleStyle>
      <a:lvl1pPr algn="l" defTabSz="91447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19" indent="-228619" algn="l" defTabSz="914470" rtl="0" eaLnBrk="1" latinLnBrk="0" hangingPunct="1">
        <a:lnSpc>
          <a:spcPct val="120000"/>
        </a:lnSpc>
        <a:spcBef>
          <a:spcPts val="1001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685854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70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4pPr>
      <a:lvl5pPr marL="1143089" indent="-228619" algn="l" defTabSz="91447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795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2031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267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502" indent="-228619" algn="l" defTabSz="91447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3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70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706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94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17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412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648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884" algn="l" defTabSz="914470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em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em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ubtitle 2">
            <a:extLst>
              <a:ext uri="{FF2B5EF4-FFF2-40B4-BE49-F238E27FC236}">
                <a16:creationId xmlns:a16="http://schemas.microsoft.com/office/drawing/2014/main" id="{62560A8A-C069-D170-9C93-082BF49A9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8"/>
            <a:ext cx="11460480" cy="480373"/>
          </a:xfrm>
        </p:spPr>
        <p:txBody>
          <a:bodyPr/>
          <a:lstStyle/>
          <a:p>
            <a:r>
              <a:rPr lang="fr-FR" noProof="0" dirty="0"/>
              <a:t>Diagramme de cas d’utilisation </a:t>
            </a:r>
          </a:p>
        </p:txBody>
      </p:sp>
      <p:pic>
        <p:nvPicPr>
          <p:cNvPr id="7" name="Image 6">
            <a:extLst>
              <a:ext uri="{FF2B5EF4-FFF2-40B4-BE49-F238E27FC236}">
                <a16:creationId xmlns:a16="http://schemas.microsoft.com/office/drawing/2014/main" id="{A5827AD0-006D-8030-705B-676D22FBD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923976" y="-2481709"/>
            <a:ext cx="8098558" cy="11460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2832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63E4B6-7FA1-BBD2-C3D1-AFE646753D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3">
            <a:extLst>
              <a:ext uri="{FF2B5EF4-FFF2-40B4-BE49-F238E27FC236}">
                <a16:creationId xmlns:a16="http://schemas.microsoft.com/office/drawing/2014/main" id="{2B29E3FA-C3A4-FAC4-DB2A-2E33F9FE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3320" y="51988"/>
            <a:ext cx="8059479" cy="6806012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049E8DDD-5C9F-1944-0725-7D9F26FAD7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377627"/>
            <a:ext cx="11460480" cy="480373"/>
          </a:xfrm>
        </p:spPr>
        <p:txBody>
          <a:bodyPr/>
          <a:lstStyle/>
          <a:p>
            <a:r>
              <a:rPr lang="fr-FR" noProof="0" dirty="0"/>
              <a:t>Diagramme déploiement </a:t>
            </a:r>
          </a:p>
        </p:txBody>
      </p:sp>
    </p:spTree>
    <p:extLst>
      <p:ext uri="{BB962C8B-B14F-4D97-AF65-F5344CB8AC3E}">
        <p14:creationId xmlns:p14="http://schemas.microsoft.com/office/powerpoint/2010/main" val="2510452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1F9A2960-A253-F859-A75F-805AC5F5BC9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 rot="5400000">
            <a:off x="2698990" y="-1527026"/>
            <a:ext cx="6425512" cy="9281858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473D820C-EA8F-9D92-AC42-15A7CFC79BED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Schéma synoptique </a:t>
            </a:r>
          </a:p>
        </p:txBody>
      </p:sp>
    </p:spTree>
    <p:extLst>
      <p:ext uri="{BB962C8B-B14F-4D97-AF65-F5344CB8AC3E}">
        <p14:creationId xmlns:p14="http://schemas.microsoft.com/office/powerpoint/2010/main" val="35336496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BCCD4-64BB-82E0-7770-B8AD9498A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ZoneTexte 5">
            <a:extLst>
              <a:ext uri="{FF2B5EF4-FFF2-40B4-BE49-F238E27FC236}">
                <a16:creationId xmlns:a16="http://schemas.microsoft.com/office/drawing/2014/main" id="{AC299136-201B-C601-D67D-966E39A89E46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classe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D13493A2-0BEA-5687-D05A-DD455BA01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55" y="131231"/>
            <a:ext cx="10282947" cy="59765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25703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578F3-9179-69BB-C8E3-1D9861870A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 8">
            <a:extLst>
              <a:ext uri="{FF2B5EF4-FFF2-40B4-BE49-F238E27FC236}">
                <a16:creationId xmlns:a16="http://schemas.microsoft.com/office/drawing/2014/main" id="{08C7307C-A8AC-F7C0-73D5-6FA79385B8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9263" y="-127812"/>
            <a:ext cx="8573473" cy="71136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66380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4" descr="Une image contenant Appareils électroniques, circuit, Ingénierie électronique, Composant électronique&#10;&#10;Le contenu généré par l’IA peut être incorrect.">
            <a:extLst>
              <a:ext uri="{FF2B5EF4-FFF2-40B4-BE49-F238E27FC236}">
                <a16:creationId xmlns:a16="http://schemas.microsoft.com/office/drawing/2014/main" id="{4278846B-0FFE-EBDF-0D08-A51FF83507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422" y="0"/>
            <a:ext cx="696515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3691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3F240-9595-DF66-4384-78A9E9F19C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 descr="Une image contenant texte, diagramme, reçu, Parallèle&#10;&#10;Le contenu généré par l’IA peut être incorrect.">
            <a:extLst>
              <a:ext uri="{FF2B5EF4-FFF2-40B4-BE49-F238E27FC236}">
                <a16:creationId xmlns:a16="http://schemas.microsoft.com/office/drawing/2014/main" id="{E2C6CB44-B322-1E18-4790-D7E2A09B33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3366" y="1"/>
            <a:ext cx="6549369" cy="686837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1FB2F0EC-0E21-67ED-5A6F-F991372164D9}"/>
              </a:ext>
            </a:extLst>
          </p:cNvPr>
          <p:cNvSpPr txBox="1"/>
          <p:nvPr/>
        </p:nvSpPr>
        <p:spPr>
          <a:xfrm>
            <a:off x="86498" y="6326659"/>
            <a:ext cx="738934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Diagramme de Séquence</a:t>
            </a:r>
          </a:p>
        </p:txBody>
      </p:sp>
    </p:spTree>
    <p:extLst>
      <p:ext uri="{BB962C8B-B14F-4D97-AF65-F5344CB8AC3E}">
        <p14:creationId xmlns:p14="http://schemas.microsoft.com/office/powerpoint/2010/main" val="18883189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Espace réservé du contenu 9">
            <a:extLst>
              <a:ext uri="{FF2B5EF4-FFF2-40B4-BE49-F238E27FC236}">
                <a16:creationId xmlns:a16="http://schemas.microsoft.com/office/drawing/2014/main" id="{71148AB8-E61C-239D-3444-906D2D0A3F9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5176658" y="-188500"/>
            <a:ext cx="5112617" cy="7234999"/>
          </a:xfrm>
          <a:prstGeom prst="rect">
            <a:avLst/>
          </a:prstGeom>
        </p:spPr>
      </p:pic>
      <p:sp>
        <p:nvSpPr>
          <p:cNvPr id="11" name="ZoneTexte 10">
            <a:extLst>
              <a:ext uri="{FF2B5EF4-FFF2-40B4-BE49-F238E27FC236}">
                <a16:creationId xmlns:a16="http://schemas.microsoft.com/office/drawing/2014/main" id="{AF111351-6338-93EB-944E-E28D1C84B885}"/>
              </a:ext>
            </a:extLst>
          </p:cNvPr>
          <p:cNvSpPr txBox="1"/>
          <p:nvPr/>
        </p:nvSpPr>
        <p:spPr>
          <a:xfrm>
            <a:off x="284205" y="654908"/>
            <a:ext cx="328689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Organigramme capteur de température </a:t>
            </a:r>
          </a:p>
        </p:txBody>
      </p:sp>
    </p:spTree>
    <p:extLst>
      <p:ext uri="{BB962C8B-B14F-4D97-AF65-F5344CB8AC3E}">
        <p14:creationId xmlns:p14="http://schemas.microsoft.com/office/powerpoint/2010/main" val="874425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Espace réservé du contenu 4">
            <a:extLst>
              <a:ext uri="{FF2B5EF4-FFF2-40B4-BE49-F238E27FC236}">
                <a16:creationId xmlns:a16="http://schemas.microsoft.com/office/drawing/2014/main" id="{8D8A6570-8578-4D32-B814-0CD52C5AA46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096000" y="-866475"/>
            <a:ext cx="6096000" cy="8626609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C11BE06-8442-C100-8F0C-1143D94F831A}"/>
              </a:ext>
            </a:extLst>
          </p:cNvPr>
          <p:cNvSpPr txBox="1"/>
          <p:nvPr/>
        </p:nvSpPr>
        <p:spPr>
          <a:xfrm>
            <a:off x="407773" y="1025611"/>
            <a:ext cx="433722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2000" dirty="0"/>
              <a:t>Organigramme capteur de température </a:t>
            </a:r>
          </a:p>
        </p:txBody>
      </p:sp>
    </p:spTree>
    <p:extLst>
      <p:ext uri="{BB962C8B-B14F-4D97-AF65-F5344CB8AC3E}">
        <p14:creationId xmlns:p14="http://schemas.microsoft.com/office/powerpoint/2010/main" val="3332527594"/>
      </p:ext>
    </p:extLst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D43F4A-02D5-42AD-9542-27487597C212}" vid="{14154C61-C2E2-42F2-9833-4EC39495D4C7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</TotalTime>
  <Words>25</Words>
  <Application>Microsoft Macintosh PowerPoint</Application>
  <PresentationFormat>Grand écran</PresentationFormat>
  <Paragraphs>10</Paragraphs>
  <Slides>9</Slides>
  <Notes>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3" baseType="lpstr">
      <vt:lpstr>Aptos</vt:lpstr>
      <vt:lpstr>Arial</vt:lpstr>
      <vt:lpstr>Neue Haas Grotesk Text Pro</vt:lpstr>
      <vt:lpstr>Helena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Desrosiers</dc:creator>
  <cp:lastModifiedBy>Lucas Desrosiers</cp:lastModifiedBy>
  <cp:revision>6</cp:revision>
  <dcterms:created xsi:type="dcterms:W3CDTF">2026-02-12T00:12:25Z</dcterms:created>
  <dcterms:modified xsi:type="dcterms:W3CDTF">2026-04-15T00:30:27Z</dcterms:modified>
</cp:coreProperties>
</file>