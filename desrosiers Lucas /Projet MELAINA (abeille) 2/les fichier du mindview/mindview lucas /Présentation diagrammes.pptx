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11"/>
  </p:notesMasterIdLst>
  <p:sldIdLst>
    <p:sldId id="256" r:id="rId2"/>
    <p:sldId id="263" r:id="rId3"/>
    <p:sldId id="259" r:id="rId4"/>
    <p:sldId id="261" r:id="rId5"/>
    <p:sldId id="260" r:id="rId6"/>
    <p:sldId id="264" r:id="rId7"/>
    <p:sldId id="262" r:id="rId8"/>
    <p:sldId id="257" r:id="rId9"/>
    <p:sldId id="258" r:id="rId10"/>
  </p:sldIdLst>
  <p:sldSz cx="12192000" cy="6858000"/>
  <p:notesSz cx="6858000" cy="9144000"/>
  <p:defaultTextStyle>
    <a:defPPr>
      <a:defRPr lang="fr-MQ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6E3BB-F593-FE4D-8DB4-624E34C703B6}" type="datetimeFigureOut">
              <a:rPr lang="fr-FR" smtClean="0"/>
              <a:t>27/04/2026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FF2AB-D25A-1846-83E6-C08D0B0C43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241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FF2AB-D25A-1846-83E6-C08D0B0C432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190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9F77A-1429-C346-DF76-43E183D87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21F507F-8921-4F90-CBEF-8FC9BD073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B91FE1F-6B91-21D0-BC7C-F9295457E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01A423-3934-5608-96A1-21B236D4D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FF2AB-D25A-1846-83E6-C08D0B0C432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7346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1FF2AB-D25A-1846-83E6-C08D0B0C432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387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30"/>
            <a:ext cx="11460480" cy="48037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" y="1"/>
            <a:ext cx="12191998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67B50E4-2343-4B20-80BE-1605C97DFB16}" type="datetime1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70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E44A-7CD8-4860-9BDC-2BE4C911F6D0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8" y="1129554"/>
            <a:ext cx="4361689" cy="347523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5401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8" y="4731336"/>
            <a:ext cx="4206241" cy="118458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58494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7" y="6453004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38EAEAF-D16E-446F-97F9-D23FB245CB45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50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1" y="4873752"/>
            <a:ext cx="4206241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6130" y="0"/>
            <a:ext cx="6595871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1" y="6453004"/>
            <a:ext cx="1951778" cy="365125"/>
          </a:xfrm>
        </p:spPr>
        <p:txBody>
          <a:bodyPr/>
          <a:lstStyle/>
          <a:p>
            <a:fld id="{782E7A21-5BA8-4C4C-9705-3A1EA342AD8A}" type="datetime1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40" y="6453004"/>
            <a:ext cx="280540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9" y="6453004"/>
            <a:ext cx="4292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2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001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10" y="4473553"/>
            <a:ext cx="6655522" cy="154533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201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E73BE-5F1F-40EF-8F67-E3F24D65884D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01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10" y="854241"/>
            <a:ext cx="7876287" cy="35926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9" y="4617138"/>
            <a:ext cx="737546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8EF1-668D-4AD0-8652-1F3B3622EDC2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58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1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6" y="4039648"/>
            <a:ext cx="7588154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1"/>
            </a:lvl1pPr>
            <a:lvl2pPr marL="457236" indent="0" algn="ctr">
              <a:buNone/>
              <a:defRPr sz="2000"/>
            </a:lvl2pPr>
            <a:lvl3pPr marL="914470" indent="0" algn="ctr">
              <a:buNone/>
              <a:defRPr sz="1801"/>
            </a:lvl3pPr>
            <a:lvl4pPr marL="1371706" indent="0" algn="ctr">
              <a:buNone/>
              <a:defRPr sz="1600"/>
            </a:lvl4pPr>
            <a:lvl5pPr marL="1828942" indent="0" algn="ctr">
              <a:buNone/>
              <a:defRPr sz="1600"/>
            </a:lvl5pPr>
            <a:lvl6pPr marL="2286178" indent="0" algn="ctr">
              <a:buNone/>
              <a:defRPr sz="1600"/>
            </a:lvl6pPr>
            <a:lvl7pPr marL="2743412" indent="0" algn="ctr">
              <a:buNone/>
              <a:defRPr sz="1600"/>
            </a:lvl7pPr>
            <a:lvl8pPr marL="3200648" indent="0" algn="ctr">
              <a:buNone/>
              <a:defRPr sz="1600"/>
            </a:lvl8pPr>
            <a:lvl9pPr marL="3657884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609F-9B5B-4E29-8DB1-457A85E01A27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8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2" y="1801368"/>
            <a:ext cx="7772400" cy="4572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401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0DE37-B9D6-425C-B79B-6C6DFFBD0DA2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008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64108"/>
            <a:ext cx="8467557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2333861"/>
            <a:ext cx="8467557" cy="3689909"/>
          </a:xfrm>
        </p:spPr>
        <p:txBody>
          <a:bodyPr>
            <a:normAutofit/>
          </a:bodyPr>
          <a:lstStyle>
            <a:lvl1pPr marL="457236" indent="-457236">
              <a:buFont typeface="+mj-lt"/>
              <a:buAutoNum type="arabicPeriod"/>
              <a:defRPr sz="2400"/>
            </a:lvl1pPr>
            <a:lvl2pPr marL="685854" indent="-457236">
              <a:buFont typeface="+mj-lt"/>
              <a:buAutoNum type="arabicPeriod"/>
              <a:defRPr sz="2000"/>
            </a:lvl2pPr>
            <a:lvl3pPr marL="800162" indent="-342926">
              <a:buFont typeface="+mj-lt"/>
              <a:buAutoNum type="arabicPeriod"/>
              <a:defRPr sz="1801"/>
            </a:lvl3pPr>
            <a:lvl4pPr marL="1028780" indent="-342926">
              <a:buFont typeface="+mj-lt"/>
              <a:buAutoNum type="arabicPeriod"/>
              <a:defRPr sz="1600"/>
            </a:lvl4pPr>
            <a:lvl5pPr marL="1257397" indent="-342926">
              <a:buFont typeface="+mj-lt"/>
              <a:buAutoNum type="arabicPeriod"/>
              <a:defRPr sz="14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5B0EE-4023-4E3C-8875-10AA631453CF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12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1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1" y="2825496"/>
            <a:ext cx="4663440" cy="3337560"/>
          </a:xfrm>
        </p:spPr>
        <p:txBody>
          <a:bodyPr>
            <a:normAutofit/>
          </a:bodyPr>
          <a:lstStyle>
            <a:lvl1pPr marL="457236" indent="-457236">
              <a:buFont typeface="+mj-lt"/>
              <a:buAutoNum type="arabicPeriod"/>
              <a:defRPr sz="2000"/>
            </a:lvl1pPr>
            <a:lvl2pPr marL="571545" indent="-342926">
              <a:buFont typeface="+mj-lt"/>
              <a:buAutoNum type="arabicPeriod"/>
              <a:defRPr sz="1801"/>
            </a:lvl2pPr>
            <a:lvl3pPr marL="800162" indent="-342926">
              <a:buFont typeface="+mj-lt"/>
              <a:buAutoNum type="arabicPeriod"/>
              <a:defRPr sz="1600"/>
            </a:lvl3pPr>
            <a:lvl4pPr marL="1028780" indent="-342926">
              <a:buFont typeface="+mj-lt"/>
              <a:buAutoNum type="arabicPeriod"/>
              <a:defRPr sz="1401"/>
            </a:lvl4pPr>
            <a:lvl5pPr>
              <a:buFont typeface="+mj-lt"/>
              <a:buAutoNum type="arabicPeriod"/>
              <a:defRPr sz="14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8" y="6453004"/>
            <a:ext cx="1996690" cy="365125"/>
          </a:xfrm>
        </p:spPr>
        <p:txBody>
          <a:bodyPr/>
          <a:lstStyle/>
          <a:p>
            <a:fld id="{CE6CA204-B091-40ED-8158-331EE628B522}" type="datetime1">
              <a:rPr lang="en-US" smtClean="0"/>
              <a:t>4/27/26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27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8" y="2385975"/>
            <a:ext cx="4325113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3" cy="2459736"/>
          </a:xfrm>
        </p:spPr>
        <p:txBody>
          <a:bodyPr/>
          <a:lstStyle>
            <a:lvl1pPr marL="0" indent="0">
              <a:buNone/>
              <a:defRPr/>
            </a:lvl1pPr>
            <a:lvl2pPr marL="228619" indent="0">
              <a:buNone/>
              <a:defRPr/>
            </a:lvl2pPr>
            <a:lvl3pPr marL="457236" indent="0">
              <a:buNone/>
              <a:defRPr/>
            </a:lvl3pPr>
            <a:lvl4pPr marL="685854" indent="0">
              <a:buNone/>
              <a:defRPr/>
            </a:lvl4pPr>
            <a:lvl5pPr marL="9144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92F09-9D88-4105-92F6-7298804EAA90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37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8" y="2258569"/>
            <a:ext cx="3813050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40" y="2254250"/>
            <a:ext cx="4956174" cy="3556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4F96-061D-4D71-97A2-2371A43FDE7C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98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537854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41" y="1538288"/>
            <a:ext cx="5681661" cy="4818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FE133-02A7-439F-9131-2680F754099D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52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8"/>
            <a:ext cx="4142233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1" cy="539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F7DD-C7D0-4333-B18D-CCAF5427F9DD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48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4" y="548641"/>
            <a:ext cx="3494316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15979-091A-4302-A385-56FC1CE52E32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48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9" y="548640"/>
            <a:ext cx="6093225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8" y="1828800"/>
            <a:ext cx="6071615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40" y="6453004"/>
            <a:ext cx="3337583" cy="365125"/>
          </a:xfrm>
        </p:spPr>
        <p:txBody>
          <a:bodyPr/>
          <a:lstStyle/>
          <a:p>
            <a:fld id="{7836D543-476D-434F-B209-1A114B2E3F04}" type="datetime1">
              <a:rPr lang="en-US" smtClean="0"/>
              <a:t>4/27/26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489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6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5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3DD0F20-7689-42E6-8664-6AA00B79F132}" type="datetime1">
              <a:rPr lang="en-US" smtClean="0"/>
              <a:t>4/27/26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3" y="6453004"/>
            <a:ext cx="280540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3" y="6453004"/>
            <a:ext cx="4292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45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4"/>
            <a:ext cx="3494316" cy="365125"/>
          </a:xfrm>
        </p:spPr>
        <p:txBody>
          <a:bodyPr/>
          <a:lstStyle/>
          <a:p>
            <a:fld id="{30F2F577-5BDA-4749-9F3F-0D340DC0D6A8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469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5" y="0"/>
            <a:ext cx="410026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9378AD-A6D7-4162-BB5C-47C49B2E145B}" type="datetime1">
              <a:rPr lang="en-US" smtClean="0"/>
              <a:t>4/27/26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800" y="6453004"/>
            <a:ext cx="280540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2" y="6453004"/>
            <a:ext cx="4292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54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9" y="584339"/>
            <a:ext cx="4361689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61151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6" y="2212975"/>
            <a:ext cx="4362450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4" y="6453004"/>
            <a:ext cx="162277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7B65D3-547A-48A8-9F1F-13ED0B55ACC6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968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83413"/>
            <a:ext cx="4361689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4" y="6453004"/>
            <a:ext cx="2031073" cy="365125"/>
          </a:xfrm>
        </p:spPr>
        <p:txBody>
          <a:bodyPr/>
          <a:lstStyle/>
          <a:p>
            <a:fld id="{76A7CFE7-E645-4439-AA6B-DA8CF856D63E}" type="datetime1">
              <a:rPr lang="en-US" smtClean="0"/>
              <a:t>4/27/26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1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4" y="6453004"/>
            <a:ext cx="280540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6" y="6453004"/>
            <a:ext cx="42920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56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4" y="320040"/>
            <a:ext cx="4522938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90" y="1380744"/>
            <a:ext cx="45126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4" y="6453004"/>
            <a:ext cx="177202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8B2C0DB-994F-48B0-91F4-5F06C3B86E32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69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4572001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2" y="1380744"/>
            <a:ext cx="4572001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4" y="6453004"/>
            <a:ext cx="2031073" cy="365125"/>
          </a:xfrm>
        </p:spPr>
        <p:txBody>
          <a:bodyPr/>
          <a:lstStyle/>
          <a:p>
            <a:fld id="{D3F6A089-BE3E-4BB0-98EE-FDF712FF3613}" type="datetime1">
              <a:rPr lang="en-US" smtClean="0"/>
              <a:t>4/27/26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2" y="0"/>
            <a:ext cx="627427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4" y="6453004"/>
            <a:ext cx="280540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6" y="6453004"/>
            <a:ext cx="42920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1659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9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89" y="2212975"/>
            <a:ext cx="3401569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4"/>
            <a:ext cx="922373" cy="365125"/>
          </a:xfrm>
        </p:spPr>
        <p:txBody>
          <a:bodyPr/>
          <a:lstStyle/>
          <a:p>
            <a:fld id="{AC101298-AE91-4071-9C72-5A98117ABE14}" type="datetime1">
              <a:rPr lang="en-US" smtClean="0"/>
              <a:t>4/27/26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8" y="6453004"/>
            <a:ext cx="254689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024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83413"/>
            <a:ext cx="3401569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6" y="2212975"/>
            <a:ext cx="3401569" cy="4095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4" y="6453004"/>
            <a:ext cx="1067625" cy="365125"/>
          </a:xfrm>
        </p:spPr>
        <p:txBody>
          <a:bodyPr/>
          <a:lstStyle/>
          <a:p>
            <a:fld id="{EABE4333-790C-44CD-B503-F52418ED809A}" type="datetime1">
              <a:rPr lang="en-US" smtClean="0"/>
              <a:t>4/27/26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781" y="0"/>
            <a:ext cx="74302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7" y="6453004"/>
            <a:ext cx="280540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7" y="6453004"/>
            <a:ext cx="42920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730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4"/>
            <a:ext cx="3273552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7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19" indent="0">
              <a:buNone/>
              <a:defRPr sz="1401"/>
            </a:lvl2pPr>
            <a:lvl3pPr marL="457236" indent="0">
              <a:buNone/>
              <a:defRPr sz="1401"/>
            </a:lvl3pPr>
            <a:lvl4pPr marL="685854" indent="0">
              <a:buNone/>
              <a:defRPr sz="1401"/>
            </a:lvl4pPr>
            <a:lvl5pPr marL="914470" indent="0">
              <a:buNone/>
              <a:defRPr sz="14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4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97CCD-8E49-4379-8DCB-9F17CAEDFC10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3" y="6453004"/>
            <a:ext cx="233516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8323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5" y="5012268"/>
            <a:ext cx="3739897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146F6-C62B-441B-BAD2-D550454B4D53}" type="datetime1">
              <a:rPr lang="en-US" smtClean="0"/>
              <a:t>4/27/26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1" y="5012267"/>
            <a:ext cx="6400801" cy="139033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19" indent="0">
              <a:buFont typeface="Arial" panose="020B0604020202020204" pitchFamily="34" charset="0"/>
              <a:buNone/>
              <a:defRPr sz="1401"/>
            </a:lvl2pPr>
            <a:lvl3pPr marL="457236" indent="0">
              <a:buFont typeface="Arial" panose="020B0604020202020204" pitchFamily="34" charset="0"/>
              <a:buNone/>
              <a:defRPr sz="1401"/>
            </a:lvl3pPr>
            <a:lvl4pPr marL="685854" indent="0">
              <a:buFont typeface="Arial" panose="020B0604020202020204" pitchFamily="34" charset="0"/>
              <a:buNone/>
              <a:defRPr sz="1401"/>
            </a:lvl4pPr>
            <a:lvl5pPr marL="914470" indent="0">
              <a:buFont typeface="Arial" panose="020B0604020202020204" pitchFamily="34" charset="0"/>
              <a:buNone/>
              <a:defRPr sz="14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565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5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83A68-D563-4FD5-B11F-54F8D5F1E37F}" type="datetime1">
              <a:rPr lang="en-US" smtClean="0"/>
              <a:t>4/27/26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3" y="4162318"/>
            <a:ext cx="7772400" cy="2240280"/>
          </a:xfrm>
        </p:spPr>
        <p:txBody>
          <a:bodyPr>
            <a:normAutofit/>
          </a:bodyPr>
          <a:lstStyle>
            <a:lvl1pPr marL="285772" indent="-285772">
              <a:buFont typeface="Arial" panose="020B0604020202020204" pitchFamily="34" charset="0"/>
              <a:buChar char="•"/>
              <a:defRPr sz="1801"/>
            </a:lvl1pPr>
            <a:lvl2pPr marL="514391" indent="-285772">
              <a:buFont typeface="Arial" panose="020B0604020202020204" pitchFamily="34" charset="0"/>
              <a:buChar char="•"/>
              <a:defRPr sz="1600"/>
            </a:lvl2pPr>
            <a:lvl3pPr marL="743008" indent="-285772">
              <a:buFont typeface="Arial" panose="020B0604020202020204" pitchFamily="34" charset="0"/>
              <a:buChar char="•"/>
              <a:defRPr sz="1401"/>
            </a:lvl3pPr>
            <a:lvl4pPr marL="857316" indent="-171464">
              <a:buFont typeface="Arial" panose="020B0604020202020204" pitchFamily="34" charset="0"/>
              <a:buChar char="•"/>
              <a:defRPr sz="1401"/>
            </a:lvl4pPr>
            <a:lvl5pPr marL="1085935" indent="-171464">
              <a:buFont typeface="Arial" panose="020B0604020202020204" pitchFamily="34" charset="0"/>
              <a:buChar char="•"/>
              <a:defRPr sz="14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09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5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2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1" y="59780"/>
            <a:ext cx="3494316" cy="365125"/>
          </a:xfrm>
        </p:spPr>
        <p:txBody>
          <a:bodyPr/>
          <a:lstStyle/>
          <a:p>
            <a:fld id="{3148FABB-02FF-476F-AB37-BDD0E354E780}" type="datetime1">
              <a:rPr lang="en-US" smtClean="0"/>
              <a:t>4/27/26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3" y="561425"/>
            <a:ext cx="7772400" cy="2240280"/>
          </a:xfrm>
        </p:spPr>
        <p:txBody>
          <a:bodyPr>
            <a:normAutofit/>
          </a:bodyPr>
          <a:lstStyle>
            <a:lvl1pPr marL="285772" indent="-285772">
              <a:buFont typeface="Arial" panose="020B0604020202020204" pitchFamily="34" charset="0"/>
              <a:buChar char="•"/>
              <a:defRPr sz="1801"/>
            </a:lvl1pPr>
            <a:lvl2pPr marL="514391" indent="-285772">
              <a:buFont typeface="Arial" panose="020B0604020202020204" pitchFamily="34" charset="0"/>
              <a:buChar char="•"/>
              <a:defRPr sz="1600"/>
            </a:lvl2pPr>
            <a:lvl3pPr marL="743008" indent="-285772">
              <a:buFont typeface="Arial" panose="020B0604020202020204" pitchFamily="34" charset="0"/>
              <a:buChar char="•"/>
              <a:defRPr sz="1401"/>
            </a:lvl3pPr>
            <a:lvl4pPr marL="857316" indent="-171464">
              <a:buFont typeface="Arial" panose="020B0604020202020204" pitchFamily="34" charset="0"/>
              <a:buChar char="•"/>
              <a:defRPr sz="1401"/>
            </a:lvl4pPr>
            <a:lvl5pPr marL="1085935" indent="-171464">
              <a:buFont typeface="Arial" panose="020B0604020202020204" pitchFamily="34" charset="0"/>
              <a:buChar char="•"/>
              <a:defRPr sz="14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5" y="59780"/>
            <a:ext cx="2805403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4" y="59780"/>
            <a:ext cx="4292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241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03506"/>
            <a:ext cx="10972802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7" y="1828800"/>
            <a:ext cx="6172201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6" y="1828801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428D3-736A-4038-886C-8BF662AA2745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731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2649" y="2290890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2" y="549276"/>
            <a:ext cx="5585926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1DDEB-9B85-4E99-8A3D-ABE66C6280C3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960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550218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2" y="2295144"/>
            <a:ext cx="3490175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6"/>
            <a:ext cx="6561138" cy="57594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65DCA-443F-4667-9ED1-418507CE45A8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050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5" y="4718304"/>
            <a:ext cx="5897881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b="0" dirty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8" y="603503"/>
            <a:ext cx="10826495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3202" b="1" dirty="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557D-4816-44D0-B6EE-6CAC6E30B54D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405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1" y="4809744"/>
            <a:ext cx="7525514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3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2" b="1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F872E-5ED2-46B0-83A4-0C1AF0E0D91C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9704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B1ECB8-9E10-D2F3-E361-7D268551E2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1" y="4809744"/>
            <a:ext cx="7525514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640079"/>
            <a:ext cx="10543033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8575-0C6E-47B4-936E-32183810D7BF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04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1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9FB5-1C86-423F-AEAA-2683840666C3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5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1" b="1"/>
            </a:lvl1pPr>
            <a:lvl2pPr marL="228619" indent="0">
              <a:lnSpc>
                <a:spcPct val="100000"/>
              </a:lnSpc>
              <a:buNone/>
              <a:defRPr sz="4800" b="1"/>
            </a:lvl2pPr>
            <a:lvl3pPr marL="457236" indent="0">
              <a:lnSpc>
                <a:spcPct val="100000"/>
              </a:lnSpc>
              <a:buNone/>
              <a:defRPr sz="4400" b="1"/>
            </a:lvl3pPr>
            <a:lvl4pPr marL="685854" indent="0">
              <a:lnSpc>
                <a:spcPct val="100000"/>
              </a:lnSpc>
              <a:buNone/>
              <a:defRPr sz="4000" b="1"/>
            </a:lvl4pPr>
            <a:lvl5pPr marL="91447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6436604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1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CB4E-88AF-46AC-B7C5-30308F179659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5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1" b="1"/>
            </a:lvl1pPr>
            <a:lvl2pPr marL="228619" indent="0">
              <a:lnSpc>
                <a:spcPct val="100000"/>
              </a:lnSpc>
              <a:buNone/>
              <a:defRPr sz="4400" b="1"/>
            </a:lvl2pPr>
            <a:lvl3pPr marL="457236" indent="0">
              <a:lnSpc>
                <a:spcPct val="100000"/>
              </a:lnSpc>
              <a:buNone/>
              <a:defRPr sz="4000" b="1"/>
            </a:lvl3pPr>
            <a:lvl4pPr marL="685854" indent="0">
              <a:lnSpc>
                <a:spcPct val="100000"/>
              </a:lnSpc>
              <a:buNone/>
              <a:defRPr sz="3600" b="1"/>
            </a:lvl4pPr>
            <a:lvl5pPr marL="91447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9047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1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915B6-CC2A-4462-A7E5-B3080DF8F97D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5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1" b="1"/>
            </a:lvl1pPr>
            <a:lvl2pPr marL="228619" indent="0">
              <a:lnSpc>
                <a:spcPct val="100000"/>
              </a:lnSpc>
              <a:buNone/>
              <a:defRPr sz="4400" b="1"/>
            </a:lvl2pPr>
            <a:lvl3pPr marL="457236" indent="0">
              <a:lnSpc>
                <a:spcPct val="100000"/>
              </a:lnSpc>
              <a:buNone/>
              <a:defRPr sz="4000" b="1"/>
            </a:lvl3pPr>
            <a:lvl4pPr marL="685854" indent="0">
              <a:lnSpc>
                <a:spcPct val="100000"/>
              </a:lnSpc>
              <a:buNone/>
              <a:defRPr sz="3600" b="1"/>
            </a:lvl4pPr>
            <a:lvl5pPr marL="91447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746498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11" y="5431536"/>
            <a:ext cx="9021470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1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64604" indent="-164604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188F7-A494-4EEB-A53D-2B97B1D4CD3C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116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DECC02-1725-49EE-C93B-A4C2C4049458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604" indent="-164604">
              <a:lnSpc>
                <a:spcPct val="100000"/>
              </a:lnSpc>
              <a:spcBef>
                <a:spcPts val="0"/>
              </a:spcBef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6BC0-1562-42E5-89A2-925CA193C8A6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54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2" y="5669280"/>
            <a:ext cx="88056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1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1" cy="3474720"/>
          </a:xfrm>
        </p:spPr>
        <p:txBody>
          <a:bodyPr anchor="ctr">
            <a:normAutofit/>
          </a:bodyPr>
          <a:lstStyle>
            <a:lvl1pPr marL="164604" indent="-164604">
              <a:lnSpc>
                <a:spcPct val="100000"/>
              </a:lnSpc>
              <a:spcBef>
                <a:spcPts val="0"/>
              </a:spcBef>
              <a:buNone/>
              <a:defRPr sz="4201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F376A-778D-45CF-8340-DB03B2DA6A3E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0805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1" y="548640"/>
            <a:ext cx="10741151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6" y="1825625"/>
            <a:ext cx="5181601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1" y="1825625"/>
            <a:ext cx="5181601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DFF5A-622E-43FE-9EE9-BAAB78AB2046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338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47397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2" y="1685735"/>
            <a:ext cx="5157786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36" indent="0">
              <a:buNone/>
              <a:defRPr sz="2000" b="1"/>
            </a:lvl2pPr>
            <a:lvl3pPr marL="914470" indent="0">
              <a:buNone/>
              <a:defRPr sz="1801" b="1"/>
            </a:lvl3pPr>
            <a:lvl4pPr marL="1371706" indent="0">
              <a:buNone/>
              <a:defRPr sz="1600" b="1"/>
            </a:lvl4pPr>
            <a:lvl5pPr marL="1828942" indent="0">
              <a:buNone/>
              <a:defRPr sz="1600" b="1"/>
            </a:lvl5pPr>
            <a:lvl6pPr marL="2286178" indent="0">
              <a:buNone/>
              <a:defRPr sz="1600" b="1"/>
            </a:lvl6pPr>
            <a:lvl7pPr marL="2743412" indent="0">
              <a:buNone/>
              <a:defRPr sz="1600" b="1"/>
            </a:lvl7pPr>
            <a:lvl8pPr marL="3200648" indent="0">
              <a:buNone/>
              <a:defRPr sz="1600" b="1"/>
            </a:lvl8pPr>
            <a:lvl9pPr marL="3657884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1" y="2387601"/>
            <a:ext cx="51577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36" indent="0">
              <a:buNone/>
              <a:defRPr sz="2000" b="1"/>
            </a:lvl2pPr>
            <a:lvl3pPr marL="914470" indent="0">
              <a:buNone/>
              <a:defRPr sz="1801" b="1"/>
            </a:lvl3pPr>
            <a:lvl4pPr marL="1371706" indent="0">
              <a:buNone/>
              <a:defRPr sz="1600" b="1"/>
            </a:lvl4pPr>
            <a:lvl5pPr marL="1828942" indent="0">
              <a:buNone/>
              <a:defRPr sz="1600" b="1"/>
            </a:lvl5pPr>
            <a:lvl6pPr marL="2286178" indent="0">
              <a:buNone/>
              <a:defRPr sz="1600" b="1"/>
            </a:lvl6pPr>
            <a:lvl7pPr marL="2743412" indent="0">
              <a:buNone/>
              <a:defRPr sz="1600" b="1"/>
            </a:lvl7pPr>
            <a:lvl8pPr marL="3200648" indent="0">
              <a:buNone/>
              <a:defRPr sz="1600" b="1"/>
            </a:lvl8pPr>
            <a:lvl9pPr marL="3657884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3" y="2387601"/>
            <a:ext cx="5183188" cy="37639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5C09E-FF30-4AA0-A227-171955622259}" type="datetime1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838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279FF-407B-4B41-9E69-DE66ED04A328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6554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3E812-757D-4139-AF81-227C72D4B544}" type="datetime1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74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53617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2311123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36" indent="0">
              <a:buNone/>
              <a:defRPr sz="1401"/>
            </a:lvl2pPr>
            <a:lvl3pPr marL="914470" indent="0">
              <a:buNone/>
              <a:defRPr sz="1200"/>
            </a:lvl3pPr>
            <a:lvl4pPr marL="1371706" indent="0">
              <a:buNone/>
              <a:defRPr sz="1001"/>
            </a:lvl4pPr>
            <a:lvl5pPr marL="1828942" indent="0">
              <a:buNone/>
              <a:defRPr sz="1001"/>
            </a:lvl5pPr>
            <a:lvl6pPr marL="2286178" indent="0">
              <a:buNone/>
              <a:defRPr sz="1001"/>
            </a:lvl6pPr>
            <a:lvl7pPr marL="2743412" indent="0">
              <a:buNone/>
              <a:defRPr sz="1001"/>
            </a:lvl7pPr>
            <a:lvl8pPr marL="3200648" indent="0">
              <a:buNone/>
              <a:defRPr sz="1001"/>
            </a:lvl8pPr>
            <a:lvl9pPr marL="3657884" indent="0">
              <a:buNone/>
              <a:defRPr sz="100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7"/>
            <a:ext cx="6440259" cy="575510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A7E1-C424-43A5-938A-12DEC0A1D59D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231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57786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2826138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36" indent="0">
              <a:buNone/>
              <a:defRPr sz="1401"/>
            </a:lvl2pPr>
            <a:lvl3pPr marL="914470" indent="0">
              <a:buNone/>
              <a:defRPr sz="1200"/>
            </a:lvl3pPr>
            <a:lvl4pPr marL="1371706" indent="0">
              <a:buNone/>
              <a:defRPr sz="1001"/>
            </a:lvl4pPr>
            <a:lvl5pPr marL="1828942" indent="0">
              <a:buNone/>
              <a:defRPr sz="1001"/>
            </a:lvl5pPr>
            <a:lvl6pPr marL="2286178" indent="0">
              <a:buNone/>
              <a:defRPr sz="1001"/>
            </a:lvl6pPr>
            <a:lvl7pPr marL="2743412" indent="0">
              <a:buNone/>
              <a:defRPr sz="1001"/>
            </a:lvl7pPr>
            <a:lvl8pPr marL="3200648" indent="0">
              <a:buNone/>
              <a:defRPr sz="1001"/>
            </a:lvl8pPr>
            <a:lvl9pPr marL="3657884" indent="0">
              <a:buNone/>
              <a:defRPr sz="100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063321" y="557785"/>
            <a:ext cx="6519082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1"/>
            </a:lvl1pPr>
            <a:lvl2pPr marL="457236" indent="0">
              <a:buNone/>
              <a:defRPr sz="2800"/>
            </a:lvl2pPr>
            <a:lvl3pPr marL="914470" indent="0">
              <a:buNone/>
              <a:defRPr sz="2400"/>
            </a:lvl3pPr>
            <a:lvl4pPr marL="1371706" indent="0">
              <a:buNone/>
              <a:defRPr sz="2000"/>
            </a:lvl4pPr>
            <a:lvl5pPr marL="1828942" indent="0">
              <a:buNone/>
              <a:defRPr sz="2000"/>
            </a:lvl5pPr>
            <a:lvl6pPr marL="2286178" indent="0">
              <a:buNone/>
              <a:defRPr sz="2000"/>
            </a:lvl6pPr>
            <a:lvl7pPr marL="2743412" indent="0">
              <a:buNone/>
              <a:defRPr sz="2000"/>
            </a:lvl7pPr>
            <a:lvl8pPr marL="3200648" indent="0">
              <a:buNone/>
              <a:defRPr sz="2000"/>
            </a:lvl8pPr>
            <a:lvl9pPr marL="3657884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C4FC2-B89B-4919-A96B-662A3584681C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0049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1847089"/>
            <a:ext cx="10888473" cy="1133856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8" y="3594099"/>
            <a:ext cx="10890372" cy="2743200"/>
          </a:xfrm>
        </p:spPr>
        <p:txBody>
          <a:bodyPr/>
          <a:lstStyle>
            <a:lvl1pPr marL="0" indent="0">
              <a:buNone/>
              <a:defRPr/>
            </a:lvl1pPr>
            <a:lvl2pPr marL="228619" indent="0">
              <a:buNone/>
              <a:defRPr/>
            </a:lvl2pPr>
            <a:lvl3pPr marL="457236" indent="0">
              <a:buNone/>
              <a:defRPr/>
            </a:lvl3pPr>
            <a:lvl4pPr marL="685854" indent="0">
              <a:buNone/>
              <a:defRPr/>
            </a:lvl4pPr>
            <a:lvl5pPr marL="91447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4BE51-D660-433D-AABA-154BE028E64E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26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6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5"/>
            <a:ext cx="8430638" cy="127961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19" indent="0">
              <a:buNone/>
              <a:defRPr sz="2000"/>
            </a:lvl2pPr>
            <a:lvl3pPr marL="457236" indent="0">
              <a:buNone/>
              <a:defRPr sz="1801"/>
            </a:lvl3pPr>
            <a:lvl4pPr marL="685854" indent="0">
              <a:buNone/>
              <a:defRPr sz="1600"/>
            </a:lvl4pPr>
            <a:lvl5pPr marL="914470" indent="0">
              <a:buNone/>
              <a:defRPr sz="140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1F76E-6064-4431-B5C4-29A511725BCF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3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9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1" y="6453004"/>
            <a:ext cx="34943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5EE9E671-1C83-40F7-9D33-FE8AAC7F721F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5" y="6453004"/>
            <a:ext cx="28054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4" y="6453004"/>
            <a:ext cx="429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0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  <p:sldLayoutId id="2147483740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6" r:id="rId45"/>
    <p:sldLayoutId id="2147483747" r:id="rId46"/>
    <p:sldLayoutId id="2147483748" r:id="rId47"/>
    <p:sldLayoutId id="2147483749" r:id="rId48"/>
    <p:sldLayoutId id="2147483750" r:id="rId49"/>
  </p:sldLayoutIdLst>
  <p:hf sldNum="0" hdr="0" ftr="0" dt="0"/>
  <p:txStyles>
    <p:titleStyle>
      <a:lvl1pPr algn="l" defTabSz="91447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9" indent="-228619" algn="l" defTabSz="914470" rtl="0" eaLnBrk="1" latinLnBrk="0" hangingPunct="1">
        <a:lnSpc>
          <a:spcPct val="120000"/>
        </a:lnSpc>
        <a:spcBef>
          <a:spcPts val="100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36" indent="-228619" algn="l" defTabSz="91447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685854" indent="-228619" algn="l" defTabSz="91447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70" indent="-228619" algn="l" defTabSz="91447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4pPr>
      <a:lvl5pPr marL="1143089" indent="-228619" algn="l" defTabSz="91447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795" indent="-228619" algn="l" defTabSz="9144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2031" indent="-228619" algn="l" defTabSz="9144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267" indent="-228619" algn="l" defTabSz="9144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502" indent="-228619" algn="l" defTabSz="9144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36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70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706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942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78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412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648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884" algn="l" defTabSz="914470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>
            <a:extLst>
              <a:ext uri="{FF2B5EF4-FFF2-40B4-BE49-F238E27FC236}">
                <a16:creationId xmlns:a16="http://schemas.microsoft.com/office/drawing/2014/main" id="{62560A8A-C069-D170-9C93-082BF49A9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377628"/>
            <a:ext cx="11460480" cy="480373"/>
          </a:xfrm>
        </p:spPr>
        <p:txBody>
          <a:bodyPr/>
          <a:lstStyle/>
          <a:p>
            <a:r>
              <a:rPr lang="fr-FR" noProof="0" dirty="0"/>
              <a:t>Diagramme de cas d’utilisation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5827AD0-006D-8030-705B-676D22FBD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923976" y="-2481709"/>
            <a:ext cx="8098558" cy="1146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83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3E4B6-7FA1-BBD2-C3D1-AFE646753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B29E3FA-C3A4-FAC4-DB2A-2E33F9FE3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320" y="51988"/>
            <a:ext cx="8059479" cy="6806012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49E8DDD-5C9F-1944-0725-7D9F26FAD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377627"/>
            <a:ext cx="11460480" cy="480373"/>
          </a:xfrm>
        </p:spPr>
        <p:txBody>
          <a:bodyPr/>
          <a:lstStyle/>
          <a:p>
            <a:r>
              <a:rPr lang="fr-FR" noProof="0" dirty="0"/>
              <a:t>Diagramme déploiement </a:t>
            </a:r>
          </a:p>
        </p:txBody>
      </p:sp>
    </p:spTree>
    <p:extLst>
      <p:ext uri="{BB962C8B-B14F-4D97-AF65-F5344CB8AC3E}">
        <p14:creationId xmlns:p14="http://schemas.microsoft.com/office/powerpoint/2010/main" val="2510452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F9A2960-A253-F859-A75F-805AC5F5BC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2698990" y="-1527026"/>
            <a:ext cx="6425512" cy="928185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473D820C-EA8F-9D92-AC42-15A7CFC79BED}"/>
              </a:ext>
            </a:extLst>
          </p:cNvPr>
          <p:cNvSpPr txBox="1"/>
          <p:nvPr/>
        </p:nvSpPr>
        <p:spPr>
          <a:xfrm>
            <a:off x="86498" y="6326659"/>
            <a:ext cx="7389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Schéma synoptique </a:t>
            </a:r>
          </a:p>
        </p:txBody>
      </p:sp>
    </p:spTree>
    <p:extLst>
      <p:ext uri="{BB962C8B-B14F-4D97-AF65-F5344CB8AC3E}">
        <p14:creationId xmlns:p14="http://schemas.microsoft.com/office/powerpoint/2010/main" val="3533649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BCCD4-64BB-82E0-7770-B8AD9498A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AC299136-201B-C601-D67D-966E39A89E46}"/>
              </a:ext>
            </a:extLst>
          </p:cNvPr>
          <p:cNvSpPr txBox="1"/>
          <p:nvPr/>
        </p:nvSpPr>
        <p:spPr>
          <a:xfrm>
            <a:off x="86498" y="6326659"/>
            <a:ext cx="7389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Diagramme de classe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13493A2-0BEA-5687-D05A-DD455BA01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55" y="131231"/>
            <a:ext cx="10282947" cy="597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570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578F3-9179-69BB-C8E3-1D9861870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08C7307C-A8AC-F7C0-73D5-6FA79385B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263" y="-127812"/>
            <a:ext cx="8573473" cy="711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38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Appareils électroniques, circuit, Ingénierie électronique, Composant électronique&#10;&#10;Le contenu généré par l’IA peut être incorrect.">
            <a:extLst>
              <a:ext uri="{FF2B5EF4-FFF2-40B4-BE49-F238E27FC236}">
                <a16:creationId xmlns:a16="http://schemas.microsoft.com/office/drawing/2014/main" id="{4278846B-0FFE-EBDF-0D08-A51FF8350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422" y="0"/>
            <a:ext cx="69651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91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3F240-9595-DF66-4384-78A9E9F19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, diagramme, reçu, Parallèle&#10;&#10;Le contenu généré par l’IA peut être incorrect.">
            <a:extLst>
              <a:ext uri="{FF2B5EF4-FFF2-40B4-BE49-F238E27FC236}">
                <a16:creationId xmlns:a16="http://schemas.microsoft.com/office/drawing/2014/main" id="{E2C6CB44-B322-1E18-4790-D7E2A09B3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366" y="1"/>
            <a:ext cx="6549369" cy="686837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FB2F0EC-0E21-67ED-5A6F-F991372164D9}"/>
              </a:ext>
            </a:extLst>
          </p:cNvPr>
          <p:cNvSpPr txBox="1"/>
          <p:nvPr/>
        </p:nvSpPr>
        <p:spPr>
          <a:xfrm>
            <a:off x="86498" y="6326659"/>
            <a:ext cx="7389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Diagramme de Séquence</a:t>
            </a:r>
          </a:p>
        </p:txBody>
      </p:sp>
    </p:spTree>
    <p:extLst>
      <p:ext uri="{BB962C8B-B14F-4D97-AF65-F5344CB8AC3E}">
        <p14:creationId xmlns:p14="http://schemas.microsoft.com/office/powerpoint/2010/main" val="1888318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10">
            <a:extLst>
              <a:ext uri="{FF2B5EF4-FFF2-40B4-BE49-F238E27FC236}">
                <a16:creationId xmlns:a16="http://schemas.microsoft.com/office/drawing/2014/main" id="{AF111351-6338-93EB-944E-E28D1C84B885}"/>
              </a:ext>
            </a:extLst>
          </p:cNvPr>
          <p:cNvSpPr txBox="1"/>
          <p:nvPr/>
        </p:nvSpPr>
        <p:spPr>
          <a:xfrm>
            <a:off x="284205" y="654908"/>
            <a:ext cx="3286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Organigramme capteur de température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0C72067-E1ED-0793-43BB-31F609180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b="31597"/>
          <a:stretch>
            <a:fillRect/>
          </a:stretch>
        </p:blipFill>
        <p:spPr>
          <a:xfrm>
            <a:off x="4924873" y="0"/>
            <a:ext cx="66839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425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FC11BE06-8442-C100-8F0C-1143D94F831A}"/>
              </a:ext>
            </a:extLst>
          </p:cNvPr>
          <p:cNvSpPr txBox="1"/>
          <p:nvPr/>
        </p:nvSpPr>
        <p:spPr>
          <a:xfrm>
            <a:off x="407773" y="1025611"/>
            <a:ext cx="433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Organigramme capteur GPS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06052F5-B193-F6BC-9BFB-40D30F05C8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" b="4953"/>
          <a:stretch>
            <a:fillRect/>
          </a:stretch>
        </p:blipFill>
        <p:spPr>
          <a:xfrm>
            <a:off x="6202326" y="-1"/>
            <a:ext cx="481812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527594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D43F4A-02D5-42AD-9542-27487597C212}" vid="{14154C61-C2E2-42F2-9833-4EC39495D4C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24</Words>
  <Application>Microsoft Macintosh PowerPoint</Application>
  <PresentationFormat>Grand écran</PresentationFormat>
  <Paragraphs>10</Paragraphs>
  <Slides>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Arial</vt:lpstr>
      <vt:lpstr>Neue Haas Grotesk Text Pro</vt:lpstr>
      <vt:lpstr>Helena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Desrosiers</dc:creator>
  <cp:lastModifiedBy>Lucas Desrosiers</cp:lastModifiedBy>
  <cp:revision>8</cp:revision>
  <dcterms:created xsi:type="dcterms:W3CDTF">2026-02-12T00:12:25Z</dcterms:created>
  <dcterms:modified xsi:type="dcterms:W3CDTF">2026-04-28T00:53:46Z</dcterms:modified>
</cp:coreProperties>
</file>