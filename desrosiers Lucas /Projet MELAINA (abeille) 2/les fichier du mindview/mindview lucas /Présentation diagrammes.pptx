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9"/>
  </p:notesMasterIdLst>
  <p:sldIdLst>
    <p:sldId id="256" r:id="rId2"/>
    <p:sldId id="263" r:id="rId3"/>
    <p:sldId id="259" r:id="rId4"/>
    <p:sldId id="261" r:id="rId5"/>
    <p:sldId id="260" r:id="rId6"/>
    <p:sldId id="264" r:id="rId7"/>
    <p:sldId id="262" r:id="rId8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6E3BB-F593-FE4D-8DB4-624E34C703B6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1FF2AB-D25A-1846-83E6-C08D0B0C43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241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90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9F77A-1429-C346-DF76-43E183D87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1F507F-8921-4F90-CBEF-8FC9BD0730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B91FE1F-6B91-21D0-BC7C-F9295457E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01A423-3934-5608-96A1-21B236D4D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73464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30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1"/>
            <a:ext cx="12191998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0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8" y="1129554"/>
            <a:ext cx="4361689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8" y="4731336"/>
            <a:ext cx="4206241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58494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7" y="6453004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45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1" y="4873752"/>
            <a:ext cx="4206241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30" y="0"/>
            <a:ext cx="6595871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1" y="6453004"/>
            <a:ext cx="1951778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4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9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22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10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1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01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10" y="854241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9" y="4617138"/>
            <a:ext cx="737546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58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1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6" y="4039648"/>
            <a:ext cx="7588154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1"/>
            </a:lvl1pPr>
            <a:lvl2pPr marL="457236" indent="0" algn="ctr">
              <a:buNone/>
              <a:defRPr sz="2000"/>
            </a:lvl2pPr>
            <a:lvl3pPr marL="914470" indent="0" algn="ctr">
              <a:buNone/>
              <a:defRPr sz="1801"/>
            </a:lvl3pPr>
            <a:lvl4pPr marL="1371706" indent="0" algn="ctr">
              <a:buNone/>
              <a:defRPr sz="1600"/>
            </a:lvl4pPr>
            <a:lvl5pPr marL="1828942" indent="0" algn="ctr">
              <a:buNone/>
              <a:defRPr sz="1600"/>
            </a:lvl5pPr>
            <a:lvl6pPr marL="2286178" indent="0" algn="ctr">
              <a:buNone/>
              <a:defRPr sz="1600"/>
            </a:lvl6pPr>
            <a:lvl7pPr marL="2743412" indent="0" algn="ctr">
              <a:buNone/>
              <a:defRPr sz="1600"/>
            </a:lvl7pPr>
            <a:lvl8pPr marL="3200648" indent="0" algn="ctr">
              <a:buNone/>
              <a:defRPr sz="1600"/>
            </a:lvl8pPr>
            <a:lvl9pPr marL="3657884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985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2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085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64108"/>
            <a:ext cx="8467557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2333861"/>
            <a:ext cx="8467557" cy="3689909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400"/>
            </a:lvl1pPr>
            <a:lvl2pPr marL="685854" indent="-457236">
              <a:buFont typeface="+mj-lt"/>
              <a:buAutoNum type="arabicPeriod"/>
              <a:defRPr sz="2000"/>
            </a:lvl2pPr>
            <a:lvl3pPr marL="800162" indent="-342926">
              <a:buFont typeface="+mj-lt"/>
              <a:buAutoNum type="arabicPeriod"/>
              <a:defRPr sz="1801"/>
            </a:lvl3pPr>
            <a:lvl4pPr marL="1028780" indent="-342926">
              <a:buFont typeface="+mj-lt"/>
              <a:buAutoNum type="arabicPeriod"/>
              <a:defRPr sz="1600"/>
            </a:lvl4pPr>
            <a:lvl5pPr marL="1257397" indent="-342926"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812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1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1" y="2825496"/>
            <a:ext cx="4663440" cy="3337560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000"/>
            </a:lvl1pPr>
            <a:lvl2pPr marL="571545" indent="-342926">
              <a:buFont typeface="+mj-lt"/>
              <a:buAutoNum type="arabicPeriod"/>
              <a:defRPr sz="1801"/>
            </a:lvl2pPr>
            <a:lvl3pPr marL="800162" indent="-342926">
              <a:buFont typeface="+mj-lt"/>
              <a:buAutoNum type="arabicPeriod"/>
              <a:defRPr sz="1600"/>
            </a:lvl3pPr>
            <a:lvl4pPr marL="1028780" indent="-342926">
              <a:buFont typeface="+mj-lt"/>
              <a:buAutoNum type="arabicPeriod"/>
              <a:defRPr sz="1401"/>
            </a:lvl4pPr>
            <a:lvl5pPr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8" y="6453004"/>
            <a:ext cx="1996690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6/2/26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27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385975"/>
            <a:ext cx="4325113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3" cy="2459736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337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258569"/>
            <a:ext cx="3813050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0" y="2254250"/>
            <a:ext cx="4956174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989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537854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1" y="1538288"/>
            <a:ext cx="5681661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20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8"/>
            <a:ext cx="4142233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1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488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4" y="548641"/>
            <a:ext cx="3494316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48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9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8" y="1828800"/>
            <a:ext cx="6071615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40" y="6453004"/>
            <a:ext cx="3337583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6/2/26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48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5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6/2/26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3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3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45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4"/>
            <a:ext cx="3494316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469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5" y="0"/>
            <a:ext cx="410026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6/2/26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80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2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54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9" y="584339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61151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6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4" y="6453004"/>
            <a:ext cx="162277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968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6/2/26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1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567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4" y="320040"/>
            <a:ext cx="4522938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90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4" y="6453004"/>
            <a:ext cx="177202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69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4572001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2" y="1380744"/>
            <a:ext cx="45720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6/2/26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2" y="0"/>
            <a:ext cx="627427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659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89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4"/>
            <a:ext cx="922373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6/2/26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8" y="6453004"/>
            <a:ext cx="254689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24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6/2/26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1" y="0"/>
            <a:ext cx="74302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7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7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1730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4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7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19" indent="0">
              <a:buNone/>
              <a:defRPr sz="1401"/>
            </a:lvl2pPr>
            <a:lvl3pPr marL="457236" indent="0">
              <a:buNone/>
              <a:defRPr sz="1401"/>
            </a:lvl3pPr>
            <a:lvl4pPr marL="685854" indent="0">
              <a:buNone/>
              <a:defRPr sz="1401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4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3" y="6453004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8323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012268"/>
            <a:ext cx="3739897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6/2/26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1" y="5012267"/>
            <a:ext cx="6400801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19" indent="0">
              <a:buFont typeface="Arial" panose="020B0604020202020204" pitchFamily="34" charset="0"/>
              <a:buNone/>
              <a:defRPr sz="1401"/>
            </a:lvl2pPr>
            <a:lvl3pPr marL="457236" indent="0">
              <a:buFont typeface="Arial" panose="020B0604020202020204" pitchFamily="34" charset="0"/>
              <a:buNone/>
              <a:defRPr sz="1401"/>
            </a:lvl3pPr>
            <a:lvl4pPr marL="685854" indent="0">
              <a:buFont typeface="Arial" panose="020B0604020202020204" pitchFamily="34" charset="0"/>
              <a:buNone/>
              <a:defRPr sz="1401"/>
            </a:lvl4pPr>
            <a:lvl5pPr marL="914470" indent="0">
              <a:buFont typeface="Arial" panose="020B0604020202020204" pitchFamily="34" charset="0"/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65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6/2/26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4162318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098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1" y="59780"/>
            <a:ext cx="3494316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6/2/26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561425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5" y="59780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4" y="59780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241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6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7" y="1828800"/>
            <a:ext cx="6172201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6" y="1828801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731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9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2" y="549276"/>
            <a:ext cx="5585926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296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550218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2" y="2295144"/>
            <a:ext cx="3490175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6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050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5" y="4718304"/>
            <a:ext cx="5897881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8" y="603503"/>
            <a:ext cx="10826495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2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405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704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04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5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1" b="1"/>
            </a:lvl1pPr>
            <a:lvl2pPr marL="228619" indent="0">
              <a:lnSpc>
                <a:spcPct val="100000"/>
              </a:lnSpc>
              <a:buNone/>
              <a:defRPr sz="4800" b="1"/>
            </a:lvl2pPr>
            <a:lvl3pPr marL="457236" indent="0">
              <a:lnSpc>
                <a:spcPct val="100000"/>
              </a:lnSpc>
              <a:buNone/>
              <a:defRPr sz="4400" b="1"/>
            </a:lvl3pPr>
            <a:lvl4pPr marL="685854" indent="0">
              <a:lnSpc>
                <a:spcPct val="100000"/>
              </a:lnSpc>
              <a:buNone/>
              <a:defRPr sz="4000" b="1"/>
            </a:lvl4pPr>
            <a:lvl5pPr marL="91447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643660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5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479047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5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64987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11" y="5431536"/>
            <a:ext cx="9021470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3116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54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2" y="5669280"/>
            <a:ext cx="88056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1" cy="347472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201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80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51" y="548640"/>
            <a:ext cx="10741151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6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1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338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47397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2" y="1685735"/>
            <a:ext cx="5157786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1" y="2387601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3" y="2387601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8388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655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74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3617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311123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7"/>
            <a:ext cx="6440259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231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7786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826138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21" y="557785"/>
            <a:ext cx="6519082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1"/>
            </a:lvl1pPr>
            <a:lvl2pPr marL="457236" indent="0">
              <a:buNone/>
              <a:defRPr sz="2800"/>
            </a:lvl2pPr>
            <a:lvl3pPr marL="914470" indent="0">
              <a:buNone/>
              <a:defRPr sz="2400"/>
            </a:lvl3pPr>
            <a:lvl4pPr marL="1371706" indent="0">
              <a:buNone/>
              <a:defRPr sz="2000"/>
            </a:lvl4pPr>
            <a:lvl5pPr marL="1828942" indent="0">
              <a:buNone/>
              <a:defRPr sz="2000"/>
            </a:lvl5pPr>
            <a:lvl6pPr marL="2286178" indent="0">
              <a:buNone/>
              <a:defRPr sz="2000"/>
            </a:lvl6pPr>
            <a:lvl7pPr marL="2743412" indent="0">
              <a:buNone/>
              <a:defRPr sz="2000"/>
            </a:lvl7pPr>
            <a:lvl8pPr marL="3200648" indent="0">
              <a:buNone/>
              <a:defRPr sz="2000"/>
            </a:lvl8pPr>
            <a:lvl9pPr marL="3657884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0049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9" y="1847089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8" y="3594099"/>
            <a:ext cx="10890372" cy="2743200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26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6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5"/>
            <a:ext cx="8430638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19" indent="0">
              <a:buNone/>
              <a:defRPr sz="2000"/>
            </a:lvl2pPr>
            <a:lvl3pPr marL="457236" indent="0">
              <a:buNone/>
              <a:defRPr sz="1801"/>
            </a:lvl3pPr>
            <a:lvl4pPr marL="685854" indent="0">
              <a:buNone/>
              <a:defRPr sz="1600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9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1" y="6453004"/>
            <a:ext cx="34943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5" y="6453004"/>
            <a:ext cx="28054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4" y="6453004"/>
            <a:ext cx="4292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60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  <p:sldLayoutId id="2147483744" r:id="rId43"/>
    <p:sldLayoutId id="2147483745" r:id="rId44"/>
    <p:sldLayoutId id="2147483746" r:id="rId45"/>
    <p:sldLayoutId id="2147483747" r:id="rId46"/>
    <p:sldLayoutId id="2147483748" r:id="rId47"/>
    <p:sldLayoutId id="2147483749" r:id="rId48"/>
    <p:sldLayoutId id="2147483750" r:id="rId49"/>
  </p:sldLayoutIdLst>
  <p:hf sldNum="0" hdr="0" ftr="0" dt="0"/>
  <p:txStyles>
    <p:titleStyle>
      <a:lvl1pPr algn="l" defTabSz="91447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9" indent="-228619" algn="l" defTabSz="914470" rtl="0" eaLnBrk="1" latinLnBrk="0" hangingPunct="1">
        <a:lnSpc>
          <a:spcPct val="120000"/>
        </a:lnSpc>
        <a:spcBef>
          <a:spcPts val="100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685854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70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4pPr>
      <a:lvl5pPr marL="1143089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795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2031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267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502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7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70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94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7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41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64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884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A5827AD0-006D-8030-705B-676D22FBDE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2" t="10380" r="476" b="9266"/>
          <a:stretch>
            <a:fillRect/>
          </a:stretch>
        </p:blipFill>
        <p:spPr>
          <a:xfrm>
            <a:off x="0" y="0"/>
            <a:ext cx="12053456" cy="685800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62560A8A-C069-D170-9C93-082BF49A9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8"/>
            <a:ext cx="11460480" cy="480373"/>
          </a:xfrm>
        </p:spPr>
        <p:txBody>
          <a:bodyPr/>
          <a:lstStyle/>
          <a:p>
            <a:r>
              <a:rPr lang="fr-FR" noProof="0" dirty="0"/>
              <a:t>Diagramme de cas d’utilisation </a:t>
            </a:r>
          </a:p>
        </p:txBody>
      </p:sp>
    </p:spTree>
    <p:extLst>
      <p:ext uri="{BB962C8B-B14F-4D97-AF65-F5344CB8AC3E}">
        <p14:creationId xmlns:p14="http://schemas.microsoft.com/office/powerpoint/2010/main" val="697283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3E4B6-7FA1-BBD2-C3D1-AFE646753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2B29E3FA-C3A4-FAC4-DB2A-2E33F9FE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320" y="51988"/>
            <a:ext cx="8059479" cy="6806012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049E8DDD-5C9F-1944-0725-7D9F26FAD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7"/>
            <a:ext cx="11460480" cy="480373"/>
          </a:xfrm>
        </p:spPr>
        <p:txBody>
          <a:bodyPr/>
          <a:lstStyle/>
          <a:p>
            <a:r>
              <a:rPr lang="fr-FR" noProof="0" dirty="0"/>
              <a:t>Diagramme déploiement </a:t>
            </a:r>
          </a:p>
        </p:txBody>
      </p:sp>
    </p:spTree>
    <p:extLst>
      <p:ext uri="{BB962C8B-B14F-4D97-AF65-F5344CB8AC3E}">
        <p14:creationId xmlns:p14="http://schemas.microsoft.com/office/powerpoint/2010/main" val="2510452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1F9A2960-A253-F859-A75F-805AC5F5BC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5400000">
            <a:off x="2698990" y="-1527026"/>
            <a:ext cx="6425512" cy="928185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73D820C-EA8F-9D92-AC42-15A7CFC79BED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Schéma synoptique </a:t>
            </a:r>
          </a:p>
        </p:txBody>
      </p:sp>
    </p:spTree>
    <p:extLst>
      <p:ext uri="{BB962C8B-B14F-4D97-AF65-F5344CB8AC3E}">
        <p14:creationId xmlns:p14="http://schemas.microsoft.com/office/powerpoint/2010/main" val="3533649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BCCD4-64BB-82E0-7770-B8AD9498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AC299136-201B-C601-D67D-966E39A89E46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classe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13493A2-0BEA-5687-D05A-DD455BA01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55" y="131231"/>
            <a:ext cx="10282947" cy="597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70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578F3-9179-69BB-C8E3-1D986187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08C7307C-A8AC-F7C0-73D5-6FA79385B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263" y="-127812"/>
            <a:ext cx="8573473" cy="711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638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Appareils électroniques, circuit, Ingénierie électronique, Composant électronique&#10;&#10;Le contenu généré par l’IA peut être incorrect.">
            <a:extLst>
              <a:ext uri="{FF2B5EF4-FFF2-40B4-BE49-F238E27FC236}">
                <a16:creationId xmlns:a16="http://schemas.microsoft.com/office/drawing/2014/main" id="{4278846B-0FFE-EBDF-0D08-A51FF8350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22" y="0"/>
            <a:ext cx="69651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691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3F240-9595-DF66-4384-78A9E9F19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diagramme, reçu, Parallèle&#10;&#10;Le contenu généré par l’IA peut être incorrect.">
            <a:extLst>
              <a:ext uri="{FF2B5EF4-FFF2-40B4-BE49-F238E27FC236}">
                <a16:creationId xmlns:a16="http://schemas.microsoft.com/office/drawing/2014/main" id="{E2C6CB44-B322-1E18-4790-D7E2A09B3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366" y="1"/>
            <a:ext cx="6549369" cy="686837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FB2F0EC-0E21-67ED-5A6F-F991372164D9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Séquence</a:t>
            </a:r>
          </a:p>
        </p:txBody>
      </p:sp>
    </p:spTree>
    <p:extLst>
      <p:ext uri="{BB962C8B-B14F-4D97-AF65-F5344CB8AC3E}">
        <p14:creationId xmlns:p14="http://schemas.microsoft.com/office/powerpoint/2010/main" val="188831898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16</Words>
  <Application>Microsoft Macintosh PowerPoint</Application>
  <PresentationFormat>Grand écran</PresentationFormat>
  <Paragraphs>7</Paragraphs>
  <Slides>7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Arial</vt:lpstr>
      <vt:lpstr>Neue Haas Grotesk Text Pro</vt:lpstr>
      <vt:lpstr>Helena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jean ruddy DESROSIERS</cp:lastModifiedBy>
  <cp:revision>10</cp:revision>
  <dcterms:created xsi:type="dcterms:W3CDTF">2026-02-12T00:12:25Z</dcterms:created>
  <dcterms:modified xsi:type="dcterms:W3CDTF">2026-06-02T14:34:35Z</dcterms:modified>
</cp:coreProperties>
</file>