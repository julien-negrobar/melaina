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MQ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A7DE0-40A6-B704-99E1-1E33CE7A3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4144700-7397-3EC8-D9FD-C2ACBBDB4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19F89D-FF8E-88B2-3CE7-B24D9650D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5FE8C-61B7-564F-8450-28EBC30F37B0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5E1C9D-94C3-6F32-9B32-243AECE6C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D516CF-D62C-2B63-0BBE-E027F22E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70C0-B990-9B4D-94B5-84E4297CF1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677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1BDF48-8110-0F21-8053-9FD272F4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F937E7-4942-E6E0-9470-8CFCC09F5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36E299-ADC8-1E4C-DAFE-E1DC21FA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5FE8C-61B7-564F-8450-28EBC30F37B0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8022F4-953D-4090-BA43-EF514C61E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9A3C3B-A9C3-47B8-C524-3D085E75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70C0-B990-9B4D-94B5-84E4297CF1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51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9037EB-BB11-0DA4-98CF-4581D1507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AB0B8E-27B5-B495-2391-13B038FD2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FFEB83-FFEA-42B4-8411-D598D459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5FE8C-61B7-564F-8450-28EBC30F37B0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158D0F-F1E1-620C-DF52-CDD41D558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EA1452-5F16-2D5F-BA2D-9F05FC5B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70C0-B990-9B4D-94B5-84E4297CF1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9898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2059AC-7C2A-1023-F135-FE0CC5719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12FA13-2DA9-4825-A586-B4A6015AD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809FAE-F1BA-C225-84B6-DE28A5388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D0B0D9-FDCA-A84D-6CEA-BDADFADCD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5FE8C-61B7-564F-8450-28EBC30F37B0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CDDC8E-8C6F-4AB9-2C6F-AA2191D8A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8B35C3-F759-8D8C-DEDA-1BDE0C1F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70C0-B990-9B4D-94B5-84E4297CF1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4160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EB7BCF-8C4E-97AE-26B9-C4B9DFC8B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361F97-CF4B-AA6D-2020-A67361923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55FB56A-74DD-D5DB-F1F9-B35213EA2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04676FD-A806-26A0-DE8A-F0793C68E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55B8145-1FE4-FEC9-A27C-751E83B84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04451FB-5593-ED0B-1C10-3D5B70499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5FE8C-61B7-564F-8450-28EBC30F37B0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9B95139-324F-47B5-04C4-4111325E4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ABE9666-52BA-7CDD-A562-B3A43E94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70C0-B990-9B4D-94B5-84E4297CF1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2802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C535F4-51BC-8762-A7F0-90495EDF7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09DD2FF-8657-8CA0-38EF-9176CB208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5FE8C-61B7-564F-8450-28EBC30F37B0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A83B3BB-DB2B-B7DD-57BF-8F7523682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0EDC2D6-F55E-2D82-1CA5-1F2B0202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70C0-B990-9B4D-94B5-84E4297CF1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9811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7B29B60-C1B6-878F-6891-BEC7DB8E2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5FE8C-61B7-564F-8450-28EBC30F37B0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61150DC-A3ED-3063-F62E-0C7B849C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2A38E2-D569-186C-F40A-56BAEA078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70C0-B990-9B4D-94B5-84E4297CF1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7840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E89883-BB79-3D9B-EB24-2CCB682D3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7D26B5-DE6C-C5EA-40AA-D47B3CC4E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364025C-5231-CFAF-7C4E-AAA51C0AE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8F0CCD3-68BC-BBA1-A4BC-B3473913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5FE8C-61B7-564F-8450-28EBC30F37B0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D317759-F0C9-CDCE-785E-6B9ECAD50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ADB14F-0965-14B0-4D66-DEDC2A9B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70C0-B990-9B4D-94B5-84E4297CF1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6430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CB90F6-BD39-0F70-C247-ECFC1FDC8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1CF18F3-D0C4-367D-1309-DCA99FC8E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902AE9-13AA-4545-C5E7-2AB25B70F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650321-F9DE-3012-AA16-F89F41571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5FE8C-61B7-564F-8450-28EBC30F37B0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B99AC9-3D29-5616-6980-4233C9DD1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B909A4-729B-75E9-E123-9030FAE58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70C0-B990-9B4D-94B5-84E4297CF1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4798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E53A9F-4C00-E50A-8C33-D9419A540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852DFE7-ADE5-DD7B-9C18-B333E5891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113F9A-A146-68DD-D112-8825B543D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5FE8C-61B7-564F-8450-28EBC30F37B0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C5668B-71FF-C10B-EF3F-B14297FE3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88A3AA-BDED-C67E-57E6-0AA45B2CA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70C0-B990-9B4D-94B5-84E4297CF1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2347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A12C8A0-0076-7C34-D9FD-AD558C560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BF9AD91-415B-B57E-2A98-9F38BCD4E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8C8CB5-21A8-72AD-138A-63AE7121E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5FE8C-61B7-564F-8450-28EBC30F37B0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8E6CBA-4C2C-35FF-335B-2D16D248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117FFC-8D78-D6C5-AEBF-F0763208B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70C0-B990-9B4D-94B5-84E4297CF1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202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2BBF717-5A35-03CB-2892-2C382EBB8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5381C3-6A28-01EC-E842-4DA84EAAF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8B210F-7530-45D7-2F21-28868D717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5FE8C-61B7-564F-8450-28EBC30F37B0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E5FB15-F442-00F5-DE44-79AB1C9F0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AA0A3D-BDA8-A11A-6CF1-10BAD30EF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570C0-B990-9B4D-94B5-84E4297CF1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997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MQ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331A802-5B5F-CD3A-B148-7ADB90C5D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63" y="0"/>
            <a:ext cx="12248148" cy="668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902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A1E8701-B30A-0F7A-3C02-040227C4A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245877" cy="668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4246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Grand écran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Desrosiers</dc:creator>
  <cp:lastModifiedBy>jean ruddy DESROSIERS</cp:lastModifiedBy>
  <cp:revision>2</cp:revision>
  <dcterms:created xsi:type="dcterms:W3CDTF">2026-02-23T13:16:21Z</dcterms:created>
  <dcterms:modified xsi:type="dcterms:W3CDTF">2026-06-01T16:47:13Z</dcterms:modified>
</cp:coreProperties>
</file>