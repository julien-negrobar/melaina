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MQ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3"/>
    <p:restoredTop sz="94678"/>
  </p:normalViewPr>
  <p:slideViewPr>
    <p:cSldViewPr snapToGrid="0">
      <p:cViewPr varScale="1">
        <p:scale>
          <a:sx n="128" d="100"/>
          <a:sy n="128" d="100"/>
        </p:scale>
        <p:origin x="168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F03D1D-FE3D-7370-6964-6B9652C3DC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7A6E13C-CDAA-90CF-69B6-53072A4D4E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FF446C5-C98E-514C-482E-B6B258CFF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C8DF-786C-B34E-A44E-687958C181A4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C28A44-C2CB-D8AE-20A9-2E14C0118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CEA6ED-3F0B-080E-BBC6-9A2EE382D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D7078-31DB-1343-8C1C-6461CF343B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412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5D1FCE-34FB-DF87-B6C7-29C9CD57D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188798-1C05-0DBF-6F80-3F12E9850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44DDE8-31C3-CA59-7DFC-5D7A024A0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C8DF-786C-B34E-A44E-687958C181A4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5D60F98-357F-E534-F468-819D0B03B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80F0F01-A852-7666-1262-ECE97C145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D7078-31DB-1343-8C1C-6461CF343B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1215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603756-E2BF-7A1C-1BC4-CD6046036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5A9FD59-C865-434D-5278-E59AB32A5F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E83FF5-1C7D-A4D3-9D97-5B01CCE8D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C8DF-786C-B34E-A44E-687958C181A4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E527EFC-306B-8C86-8C9B-4C8E3F7F6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E16B859-A589-58F1-1D06-04E6D7FAE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D7078-31DB-1343-8C1C-6461CF343B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240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00D3F4-BB69-EF57-5F4E-76BE7F328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648DD0-B341-1C41-B55D-A3566DBABE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C60629E-5AD3-91A5-FF7F-C65E0B9F63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0E057EF-6D26-C0C1-6580-0B75C3AB0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C8DF-786C-B34E-A44E-687958C181A4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4C08F67-2C4B-1BB7-99E6-BEBA43988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A05D105-729A-A077-358A-175771DD0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D7078-31DB-1343-8C1C-6461CF343B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9413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1A1E0-1D3C-DEEB-38AC-192C340BD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D8AC408-2251-C7D1-4ED5-7A805222C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1D76999-4567-1254-DE2E-41927F52E3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4764DD9-A101-8564-8B99-0D3D11B540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DF18754-0CF3-AD80-2F5F-5A2B52FEF5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C33B51B-76D3-7E1E-402A-EF0BAE1C4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C8DF-786C-B34E-A44E-687958C181A4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65373D2-C22A-CA8A-F0F7-EB231E92E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8CDD7D4-9D47-12AC-6C23-9AFE35423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D7078-31DB-1343-8C1C-6461CF343B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2523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A19D4-D1D6-29FB-40C9-C0565A4FB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71643E5-AE15-605E-F642-12DEF5359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C8DF-786C-B34E-A44E-687958C181A4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F9B1C69-0368-2397-E980-E7CA57E3C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7CAFDD1-8FE8-139B-B4EC-254E3D144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D7078-31DB-1343-8C1C-6461CF343B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609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F1B40AA-6789-A049-7C86-01489819A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C8DF-786C-B34E-A44E-687958C181A4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B1E968E-2180-BFBE-A739-FE4CE882F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792E46E-3340-2B2A-B91B-D51E2EFFE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D7078-31DB-1343-8C1C-6461CF343B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7060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141EB1-FB93-F408-1786-07BFF6A49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7B4AB2-5101-EB53-8230-8AF84A855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649C615-B152-697E-0A89-DAB7B2DEE3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145E71C-9094-055F-D20B-EAB52D31D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C8DF-786C-B34E-A44E-687958C181A4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A23EC6D-5373-EB51-7467-8B2E61AE6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2EE9943-5A94-D75C-91A8-2171029B6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D7078-31DB-1343-8C1C-6461CF343B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8314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B1B684-22E8-7E87-562B-910BF504C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965B6D0-4DB9-D3EF-97D6-63CBD54067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7A4733D-83EA-6145-7ADA-0A2EEF9A45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DAD1929-F3F8-0BC2-1DC2-0115479E1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C8DF-786C-B34E-A44E-687958C181A4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CE2F566-4978-6C3A-FCDA-F28DF82B5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E39A617-B3C2-FE45-24E5-9474A016E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D7078-31DB-1343-8C1C-6461CF343B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3165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7581BF-9C7C-3EEA-940E-810971384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54A8774-80C7-5269-5854-015F192537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599CDC6-B649-B285-2AB2-8FEB85E76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C8DF-786C-B34E-A44E-687958C181A4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5D1D4FE-F207-E13C-6689-DC35573A3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2DC0F05-4719-0836-15CB-4A7F9076D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D7078-31DB-1343-8C1C-6461CF343B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3350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9CE0EC2-6FE8-C952-0272-D19C5CFC88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6D62743-C960-2193-CA32-8454CD13F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9B630AC-D323-6665-93A0-77B90BCA9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C8DF-786C-B34E-A44E-687958C181A4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0B52C48-4BDB-67F3-6CEB-93CE04AEC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997A9B0-6E60-B1B6-AB19-216410667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D7078-31DB-1343-8C1C-6461CF343B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326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C47B5F6-2723-F880-CF7B-4EE46F9C9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948EA4A-9164-E194-6447-16BE35AFE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010700E-05B1-1FDB-ADE1-2F0DE2CC04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E0C8DF-786C-B34E-A44E-687958C181A4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C4883A-71FC-C0FB-5077-03E6AB9A0A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BBD2F2B-5B33-DA12-A8B1-0047C61A9A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3D7078-31DB-1343-8C1C-6461CF343B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5434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MQ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 descr="Conclusion Bleue Stock Illustrations, Vecteurs, &amp; Clipart – (1,111 Stock  Illustrations)">
            <a:extLst>
              <a:ext uri="{FF2B5EF4-FFF2-40B4-BE49-F238E27FC236}">
                <a16:creationId xmlns:a16="http://schemas.microsoft.com/office/drawing/2014/main" id="{18DC5EFA-49AA-965F-5072-B80141222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77" r="13791" b="-1"/>
          <a:stretch>
            <a:fillRect/>
          </a:stretch>
        </p:blipFill>
        <p:spPr bwMode="auto">
          <a:xfrm>
            <a:off x="20" y="10"/>
            <a:ext cx="7390243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2" name="Rectangle 1041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879677" y="2347416"/>
            <a:ext cx="1630908" cy="7390262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1919061" y="1919060"/>
            <a:ext cx="6854280" cy="301615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461657" y="4425055"/>
            <a:ext cx="2928605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B39AFC0-BFEA-ACF0-66C8-D2888953235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858596" y="1118561"/>
            <a:ext cx="3993301" cy="469509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fr-MQ" sz="16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Une </a:t>
            </a:r>
            <a:r>
              <a:rPr kumimoji="0" lang="en-US" altLang="fr-MQ" sz="1600" b="1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réponse</a:t>
            </a:r>
            <a:r>
              <a:rPr kumimoji="0" lang="en-US" altLang="fr-MQ" sz="16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concrète à un </a:t>
            </a:r>
            <a:r>
              <a:rPr kumimoji="0" lang="en-US" altLang="fr-MQ" sz="1600" b="1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besoin</a:t>
            </a:r>
            <a:r>
              <a:rPr kumimoji="0" lang="en-US" altLang="fr-MQ" sz="16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local :</a:t>
            </a:r>
            <a:r>
              <a:rPr kumimoji="0" lang="en-US" altLang="fr-MQ" sz="16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Un </a:t>
            </a:r>
            <a:r>
              <a:rPr kumimoji="0" lang="en-US" altLang="fr-MQ" sz="16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système</a:t>
            </a:r>
            <a:r>
              <a:rPr kumimoji="0" lang="en-US" altLang="fr-MQ" sz="16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fr-MQ" sz="16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pensé</a:t>
            </a:r>
            <a:r>
              <a:rPr kumimoji="0" lang="en-US" altLang="fr-MQ" sz="16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sur-</a:t>
            </a:r>
            <a:r>
              <a:rPr kumimoji="0" lang="en-US" altLang="fr-MQ" sz="16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mesure</a:t>
            </a:r>
            <a:r>
              <a:rPr kumimoji="0" lang="en-US" altLang="fr-MQ" sz="16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pour </a:t>
            </a:r>
            <a:r>
              <a:rPr kumimoji="0" lang="en-US" altLang="fr-MQ" sz="16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soulager</a:t>
            </a:r>
            <a:r>
              <a:rPr kumimoji="0" lang="en-US" altLang="fr-MQ" sz="16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le </a:t>
            </a:r>
            <a:r>
              <a:rPr kumimoji="0" lang="en-US" altLang="fr-MQ" sz="16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quotidien</a:t>
            </a:r>
            <a:r>
              <a:rPr kumimoji="0" lang="en-US" altLang="fr-MQ" sz="16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de Madame ELISABETH face à </a:t>
            </a:r>
            <a:r>
              <a:rPr kumimoji="0" lang="en-US" altLang="fr-MQ" sz="16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l'isolement</a:t>
            </a:r>
            <a:r>
              <a:rPr kumimoji="0" lang="en-US" altLang="fr-MQ" sz="16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de </a:t>
            </a:r>
            <a:r>
              <a:rPr kumimoji="0" lang="en-US" altLang="fr-MQ" sz="16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ses</a:t>
            </a:r>
            <a:r>
              <a:rPr kumimoji="0" lang="en-US" altLang="fr-MQ" sz="16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fr-MQ" sz="16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ruchers</a:t>
            </a:r>
            <a:r>
              <a:rPr kumimoji="0" lang="en-US" altLang="fr-MQ" sz="16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fr-MQ" sz="16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en</a:t>
            </a:r>
            <a:r>
              <a:rPr kumimoji="0" lang="en-US" altLang="fr-MQ" sz="16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Martinique.</a:t>
            </a:r>
          </a:p>
          <a:p>
            <a:pPr marR="0" lvl="0" algn="l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fr-MQ" sz="16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fr-MQ" sz="16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Un </a:t>
            </a:r>
            <a:r>
              <a:rPr kumimoji="0" lang="en-US" altLang="fr-MQ" sz="1600" b="1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défi</a:t>
            </a:r>
            <a:r>
              <a:rPr kumimoji="0" lang="en-US" altLang="fr-MQ" sz="16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technique relevé :</a:t>
            </a:r>
            <a:r>
              <a:rPr kumimoji="0" lang="en-US" altLang="fr-MQ" sz="16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Un prototype </a:t>
            </a:r>
            <a:r>
              <a:rPr kumimoji="0" lang="en-US" altLang="fr-MQ" sz="16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aujourd'hui</a:t>
            </a:r>
            <a:r>
              <a:rPr kumimoji="0" lang="en-US" altLang="fr-MQ" sz="16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fr-MQ" sz="16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opérationnel</a:t>
            </a:r>
            <a:r>
              <a:rPr kumimoji="0" lang="en-US" altLang="fr-MQ" sz="16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à 80 % (surveillance </a:t>
            </a:r>
            <a:r>
              <a:rPr kumimoji="0" lang="en-US" altLang="fr-MQ" sz="16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météo</a:t>
            </a:r>
            <a:r>
              <a:rPr kumimoji="0" lang="en-US" altLang="fr-MQ" sz="16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, </a:t>
            </a:r>
            <a:r>
              <a:rPr kumimoji="0" lang="en-US" altLang="fr-MQ" sz="16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géolocalisation</a:t>
            </a:r>
            <a:r>
              <a:rPr kumimoji="0" lang="en-US" altLang="fr-MQ" sz="16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GPS, </a:t>
            </a:r>
            <a:r>
              <a:rPr kumimoji="0" lang="en-US" altLang="fr-MQ" sz="16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alertes</a:t>
            </a:r>
            <a:r>
              <a:rPr kumimoji="0" lang="en-US" altLang="fr-MQ" sz="16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SMS/Mail et </a:t>
            </a:r>
            <a:r>
              <a:rPr kumimoji="0" lang="en-US" altLang="fr-MQ" sz="16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remontées</a:t>
            </a:r>
            <a:r>
              <a:rPr kumimoji="0" lang="en-US" altLang="fr-MQ" sz="16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web).</a:t>
            </a:r>
          </a:p>
          <a:p>
            <a:pPr marR="0" lvl="0" algn="l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fr-MQ" sz="16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fr-MQ" sz="16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Un </a:t>
            </a:r>
            <a:r>
              <a:rPr kumimoji="0" lang="en-US" altLang="fr-MQ" sz="1600" b="1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tremplin</a:t>
            </a:r>
            <a:r>
              <a:rPr kumimoji="0" lang="en-US" altLang="fr-MQ" sz="16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pour </a:t>
            </a:r>
            <a:r>
              <a:rPr kumimoji="0" lang="en-US" altLang="fr-MQ" sz="1600" b="1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l'avenir</a:t>
            </a:r>
            <a:r>
              <a:rPr kumimoji="0" lang="en-US" altLang="fr-MQ" sz="16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:</a:t>
            </a:r>
            <a:r>
              <a:rPr kumimoji="0" lang="en-US" altLang="fr-MQ" sz="16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Une </a:t>
            </a:r>
            <a:r>
              <a:rPr kumimoji="0" lang="en-US" altLang="fr-MQ" sz="16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expérience</a:t>
            </a:r>
            <a:r>
              <a:rPr kumimoji="0" lang="en-US" altLang="fr-MQ" sz="16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fr-MQ" sz="16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exigeante</a:t>
            </a:r>
            <a:r>
              <a:rPr kumimoji="0" lang="en-US" altLang="fr-MQ" sz="16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et </a:t>
            </a:r>
            <a:r>
              <a:rPr kumimoji="0" lang="en-US" altLang="fr-MQ" sz="16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formatrice</a:t>
            </a:r>
            <a:r>
              <a:rPr kumimoji="0" lang="en-US" altLang="fr-MQ" sz="16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, </a:t>
            </a:r>
            <a:r>
              <a:rPr kumimoji="0" lang="en-US" altLang="fr-MQ" sz="16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idéale</a:t>
            </a:r>
            <a:r>
              <a:rPr kumimoji="0" lang="en-US" altLang="fr-MQ" sz="16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pour </a:t>
            </a:r>
            <a:r>
              <a:rPr kumimoji="0" lang="en-US" altLang="fr-MQ" sz="16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aborder</a:t>
            </a:r>
            <a:r>
              <a:rPr kumimoji="0" lang="en-US" altLang="fr-MQ" sz="16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fr-MQ" sz="16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notre</a:t>
            </a:r>
            <a:r>
              <a:rPr kumimoji="0" lang="en-US" altLang="fr-MQ" sz="16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fr-MQ" sz="16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poursuite</a:t>
            </a:r>
            <a:r>
              <a:rPr kumimoji="0" lang="en-US" altLang="fr-MQ" sz="16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fr-MQ" sz="16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d'études</a:t>
            </a:r>
            <a:r>
              <a:rPr kumimoji="0" lang="en-US" altLang="fr-MQ" sz="16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dans </a:t>
            </a:r>
            <a:r>
              <a:rPr kumimoji="0" lang="en-US" altLang="fr-MQ" sz="16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l'informatique</a:t>
            </a:r>
            <a:r>
              <a:rPr kumimoji="0" lang="en-US" altLang="fr-MQ" sz="16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et la </a:t>
            </a:r>
            <a:r>
              <a:rPr kumimoji="0" lang="en-US" altLang="fr-MQ" sz="1600" b="0" i="0" u="none" strike="noStrike" cap="none" normalizeH="0" baseline="0">
                <a:ln>
                  <a:noFill/>
                </a:ln>
                <a:effectLst/>
                <a:latin typeface="+mj-lt"/>
              </a:rPr>
              <a:t>cybersécurité</a:t>
            </a:r>
            <a:endParaRPr kumimoji="0" lang="en-US" altLang="fr-MQ" sz="16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1998043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77</Words>
  <Application>Microsoft Macintosh PowerPoint</Application>
  <PresentationFormat>Grand écran</PresentationFormat>
  <Paragraphs>5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jean ruddy DESROSIERS</dc:creator>
  <cp:lastModifiedBy>jean ruddy DESROSIERS</cp:lastModifiedBy>
  <cp:revision>2</cp:revision>
  <dcterms:created xsi:type="dcterms:W3CDTF">2026-05-26T14:53:35Z</dcterms:created>
  <dcterms:modified xsi:type="dcterms:W3CDTF">2026-05-26T17:49:40Z</dcterms:modified>
</cp:coreProperties>
</file>