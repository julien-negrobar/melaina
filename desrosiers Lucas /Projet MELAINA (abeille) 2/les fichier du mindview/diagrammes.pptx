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1" r:id="rId1"/>
  </p:sldMasterIdLst>
  <p:sldIdLst>
    <p:sldId id="256" r:id="rId2"/>
    <p:sldId id="259" r:id="rId3"/>
    <p:sldId id="258" r:id="rId4"/>
    <p:sldId id="265" r:id="rId5"/>
    <p:sldId id="257" r:id="rId6"/>
    <p:sldId id="262" r:id="rId7"/>
    <p:sldId id="260" r:id="rId8"/>
    <p:sldId id="264" r:id="rId9"/>
  </p:sldIdLst>
  <p:sldSz cx="12192000" cy="6858000"/>
  <p:notesSz cx="6858000" cy="9144000"/>
  <p:defaultTextStyle>
    <a:defPPr>
      <a:defRPr lang="fr-MQ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67B50E4-2343-4B20-80BE-1605C97DFB16}" type="datetime1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671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2DE44A-7CD8-4860-9BDC-2BE4C911F6D0}" type="datetime1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399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6" y="1129554"/>
            <a:ext cx="4361688" cy="347523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54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7" y="4731335"/>
            <a:ext cx="4206240" cy="118458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5" y="645300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38EAEAF-D16E-446F-97F9-D23FB245CB45}" type="datetime1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665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411480"/>
            <a:ext cx="4654296" cy="3739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2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4873752"/>
            <a:ext cx="4206240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7160" y="6453002"/>
            <a:ext cx="1951777" cy="365125"/>
          </a:xfrm>
        </p:spPr>
        <p:txBody>
          <a:bodyPr/>
          <a:lstStyle/>
          <a:p>
            <a:fld id="{782E7A21-5BA8-4C4C-9705-3A1EA342AD8A}" type="datetime1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53002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844578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734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0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73553"/>
            <a:ext cx="6655522" cy="154533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2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BE73BE-5F1F-40EF-8F67-E3F24D65884D}" type="datetime1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227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08" y="854239"/>
            <a:ext cx="7876287" cy="359262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368" y="4617138"/>
            <a:ext cx="7375466" cy="101498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8EF1-668D-4AD0-8652-1F3B3622EDC2}" type="datetime1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423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95609F-9B5B-4E29-8DB1-457A85E01A27}" type="datetime1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158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0" y="1801368"/>
            <a:ext cx="7772400" cy="4572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4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0DE37-B9D6-425C-B79B-6C6DFFBD0DA2}" type="datetime1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9013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/>
            </a:lvl1pPr>
            <a:lvl2pPr marL="685800" indent="-457200">
              <a:buFont typeface="+mj-lt"/>
              <a:buAutoNum type="arabicPeriod"/>
              <a:defRPr sz="2000"/>
            </a:lvl2pPr>
            <a:lvl3pPr marL="800100" indent="-342900">
              <a:buFont typeface="+mj-lt"/>
              <a:buAutoNum type="arabicPeriod"/>
              <a:defRPr sz="18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5B0EE-4023-4E3C-8875-10AA631453CF}" type="datetime1">
              <a:rPr lang="en-US" smtClean="0"/>
              <a:t>5/4/26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4383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0" y="1161288"/>
            <a:ext cx="4663440" cy="155448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58000" y="2825496"/>
            <a:ext cx="4663440" cy="3337560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57999" y="6453002"/>
            <a:ext cx="1996689" cy="365125"/>
          </a:xfrm>
        </p:spPr>
        <p:txBody>
          <a:bodyPr/>
          <a:lstStyle/>
          <a:p>
            <a:fld id="{CE6CA204-B091-40ED-8158-331EE628B522}" type="datetime1">
              <a:rPr lang="en-US" smtClean="0"/>
              <a:t>5/4/26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4766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92F09-9D88-4105-92F6-7298804EAA90}" type="datetime1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1011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44F96-061D-4D71-97A2-2371A43FDE7C}" type="datetime1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2353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37853"/>
            <a:ext cx="4145582" cy="46388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FE133-02A7-439F-9131-2680F754099D}" type="datetime1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4318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6"/>
            <a:ext cx="4142232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BF7DD-C7D0-4333-B18D-CCAF5427F9DD}" type="datetime1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1999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548639"/>
            <a:ext cx="3494314" cy="5719639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15979-091A-4302-A385-56FC1CE52E32}" type="datetime1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2352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8937" y="548640"/>
            <a:ext cx="6093225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38937" y="1828800"/>
            <a:ext cx="6071616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538937" y="6453002"/>
            <a:ext cx="3337584" cy="365125"/>
          </a:xfrm>
        </p:spPr>
        <p:txBody>
          <a:bodyPr/>
          <a:lstStyle/>
          <a:p>
            <a:fld id="{7836D543-476D-434F-B209-1A114B2E3F04}" type="datetime1">
              <a:rPr lang="en-US" smtClean="0"/>
              <a:t>5/4/26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4526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6135624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828800"/>
            <a:ext cx="6135624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83DD0F20-7689-42E6-8664-6AA00B79F132}" type="datetime1">
              <a:rPr lang="en-US" smtClean="0"/>
              <a:t>5/4/26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6453002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2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15009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5736" y="320040"/>
            <a:ext cx="685800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45736" y="1380744"/>
            <a:ext cx="6858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453002"/>
            <a:ext cx="3494314" cy="365125"/>
          </a:xfrm>
        </p:spPr>
        <p:txBody>
          <a:bodyPr/>
          <a:lstStyle/>
          <a:p>
            <a:fld id="{30F2F577-5BDA-4749-9F3F-0D340DC0D6A8}" type="datetime1">
              <a:rPr lang="en-US" smtClean="0"/>
              <a:t>5/4/26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2327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320040"/>
            <a:ext cx="685800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380744"/>
            <a:ext cx="6858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AC9378AD-A6D7-4162-BB5C-47C49B2E145B}" type="datetime1">
              <a:rPr lang="en-US" smtClean="0"/>
              <a:t>5/4/26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453002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1192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3808" y="584339"/>
            <a:ext cx="4361688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53745" y="2212975"/>
            <a:ext cx="4362450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453002"/>
            <a:ext cx="1622776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67B65D3-547A-48A8-9F1F-13ED0B55ACC6}" type="datetime1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10516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4361688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4360863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76A7CFE7-E645-4439-AA6B-DA8CF856D63E}" type="datetime1">
              <a:rPr lang="en-US" smtClean="0"/>
              <a:t>5/4/26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82299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4553" y="320040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04888" y="1380744"/>
            <a:ext cx="4512601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1" y="6453002"/>
            <a:ext cx="177202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8B2C0DB-994F-48B0-91F4-5F06C3B86E32}" type="datetime1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05290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20040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380744"/>
            <a:ext cx="4572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D3F6A089-BE3E-4BB0-98EE-FDF712FF3613}" type="datetime1">
              <a:rPr lang="en-US" smtClean="0"/>
              <a:t>5/4/26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25253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3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90" y="2212975"/>
            <a:ext cx="3401568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212663" y="6453002"/>
            <a:ext cx="922372" cy="365125"/>
          </a:xfrm>
        </p:spPr>
        <p:txBody>
          <a:bodyPr/>
          <a:lstStyle/>
          <a:p>
            <a:fld id="{AC101298-AE91-4071-9C72-5A98117ABE14}" type="datetime1">
              <a:rPr lang="en-US" smtClean="0"/>
              <a:t>5/4/26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135035" y="6453002"/>
            <a:ext cx="2546891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69185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3401568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1067625" cy="365125"/>
          </a:xfrm>
        </p:spPr>
        <p:txBody>
          <a:bodyPr/>
          <a:lstStyle/>
          <a:p>
            <a:fld id="{EABE4333-790C-44CD-B503-F52418ED809A}" type="datetime1">
              <a:rPr lang="en-US" smtClean="0"/>
              <a:t>5/4/26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5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6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81062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3102" y="1078992"/>
            <a:ext cx="3273552" cy="1942773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44096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453002"/>
            <a:ext cx="100365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2397CCD-8E49-4379-8DCB-9F17CAEDFC10}" type="datetime1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1" y="6453002"/>
            <a:ext cx="233516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9668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01226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146F6-C62B-441B-BAD2-D550454B4D53}" type="datetime1">
              <a:rPr lang="en-US" smtClean="0"/>
              <a:t>5/4/26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012267"/>
            <a:ext cx="6400800" cy="139033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53630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83A68-D563-4FD5-B11F-54F8D5F1E37F}" type="datetime1">
              <a:rPr lang="en-US" smtClean="0"/>
              <a:t>5/4/26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288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307973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59778"/>
            <a:ext cx="3494314" cy="365125"/>
          </a:xfrm>
        </p:spPr>
        <p:txBody>
          <a:bodyPr/>
          <a:lstStyle/>
          <a:p>
            <a:fld id="{3148FABB-02FF-476F-AB37-BDD0E354E780}" type="datetime1">
              <a:rPr lang="en-US" smtClean="0"/>
              <a:t>5/4/26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59778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5977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85862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03504"/>
            <a:ext cx="10972802" cy="970463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2645" y="18288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27395" y="1828800"/>
            <a:ext cx="4251960" cy="442887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A428D3-736A-4038-886C-8BF662AA2745}" type="datetime1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67415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3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2648" y="2290890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1DDEB-9B85-4E99-8A3D-ABE66C6280C3}" type="datetime1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20630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50217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31521" y="2295144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65DCA-443F-4667-9ED1-418507CE45A8}" type="datetime1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07935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944" y="4718304"/>
            <a:ext cx="5897880" cy="13533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20000"/>
              </a:lnSpc>
              <a:defRPr lang="en-US" sz="2800" b="0" dirty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9496" y="603503"/>
            <a:ext cx="10826496" cy="43342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lang="en-US" sz="23200" b="1" dirty="0">
                <a:solidFill>
                  <a:schemeClr val="accent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1557D-4816-44D0-B6EE-6CAC6E30B54D}" type="datetime1">
              <a:rPr lang="en-US" smtClean="0"/>
              <a:t>5/4/26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47316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640079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1">
                <a:solidFill>
                  <a:schemeClr val="accent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F872E-5ED2-46B0-83A4-0C1AF0E0D91C}" type="datetime1">
              <a:rPr lang="en-US" smtClean="0"/>
              <a:t>5/4/26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79275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4B1ECB8-9E10-D2F3-E361-7D268551E2E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640079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18575-0C6E-47B4-936E-32183810D7BF}" type="datetime1">
              <a:rPr lang="en-US" smtClean="0"/>
              <a:t>5/4/26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61063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29FB5-1C86-423F-AEAA-2683840666C3}" type="datetime1">
              <a:rPr lang="en-US" smtClean="0"/>
              <a:t>5/4/26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511224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CCB4E-88AF-46AC-B7C5-30308F179659}" type="datetime1">
              <a:rPr lang="en-US" smtClean="0"/>
              <a:t>5/4/26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6" cy="4142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2913008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915B6-CC2A-4462-A7E5-B3080DF8F97D}" type="datetime1">
              <a:rPr lang="en-US" smtClean="0"/>
              <a:t>5/4/26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5695615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8" y="5431536"/>
            <a:ext cx="9021471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188720"/>
            <a:ext cx="9198864" cy="365760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188F7-A494-4EEB-A53D-2B97B1D4CD3C}" type="datetime1">
              <a:rPr lang="en-US" smtClean="0"/>
              <a:t>5/4/26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49167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6DECC02-1725-49EE-C93B-A4C2C4049458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349240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06BC0-1562-42E5-89A2-925CA193C8A6}" type="datetime1">
              <a:rPr lang="en-US" smtClean="0"/>
              <a:t>5/4/26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4616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0041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2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6A-778D-45CF-8340-DB03B2DA6A3E}" type="datetime1">
              <a:rPr lang="en-US" smtClean="0"/>
              <a:t>5/4/26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61356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775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DFF5A-622E-43FE-9EE9-BAAB78AB2046}" type="datetime1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47086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9600" y="2387600"/>
            <a:ext cx="5157788" cy="37639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2387600"/>
            <a:ext cx="5183188" cy="37639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5C09E-FF30-4AA0-A227-171955622259}" type="datetime1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91976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279FF-407B-4B41-9E69-DE66ED04A328}" type="datetime1">
              <a:rPr lang="en-US" smtClean="0"/>
              <a:t>5/4/26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83288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3E812-757D-4139-AF81-227C72D4B544}" type="datetime1">
              <a:rPr lang="en-US" smtClean="0"/>
              <a:t>5/4/26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96297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6A7E1-C424-43A5-938A-12DEC0A1D59D}" type="datetime1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77227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063319" y="55778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4FC2-B89B-4919-A96B-662A3584681C}" type="datetime1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79179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6" y="1847088"/>
            <a:ext cx="10888473" cy="1133856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4BE51-D660-433D-AABA-154BE028E64E}" type="datetime1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9356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627318"/>
            <a:ext cx="8430767" cy="184202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4"/>
            <a:ext cx="8430639" cy="127961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228600" indent="0">
              <a:buNone/>
              <a:defRPr sz="2000"/>
            </a:lvl2pPr>
            <a:lvl3pPr marL="457200" indent="0">
              <a:buNone/>
              <a:defRPr sz="1800"/>
            </a:lvl3pPr>
            <a:lvl4pPr marL="685800" indent="0">
              <a:buNone/>
              <a:defRPr sz="16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1F76E-6064-4431-B5C4-29A511725BCF}" type="datetime1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4383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5EE9E671-1C83-40F7-9D33-FE8AAC7F721F}" type="datetime1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463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715" r:id="rId14"/>
    <p:sldLayoutId id="2147483716" r:id="rId15"/>
    <p:sldLayoutId id="2147483717" r:id="rId16"/>
    <p:sldLayoutId id="2147483718" r:id="rId17"/>
    <p:sldLayoutId id="2147483719" r:id="rId18"/>
    <p:sldLayoutId id="2147483720" r:id="rId19"/>
    <p:sldLayoutId id="2147483721" r:id="rId20"/>
    <p:sldLayoutId id="2147483722" r:id="rId21"/>
    <p:sldLayoutId id="2147483723" r:id="rId22"/>
    <p:sldLayoutId id="2147483724" r:id="rId23"/>
    <p:sldLayoutId id="2147483725" r:id="rId24"/>
    <p:sldLayoutId id="2147483726" r:id="rId25"/>
    <p:sldLayoutId id="2147483727" r:id="rId26"/>
    <p:sldLayoutId id="2147483728" r:id="rId27"/>
    <p:sldLayoutId id="2147483729" r:id="rId28"/>
    <p:sldLayoutId id="2147483730" r:id="rId29"/>
    <p:sldLayoutId id="2147483731" r:id="rId30"/>
    <p:sldLayoutId id="2147483732" r:id="rId31"/>
    <p:sldLayoutId id="2147483733" r:id="rId32"/>
    <p:sldLayoutId id="2147483734" r:id="rId33"/>
    <p:sldLayoutId id="2147483735" r:id="rId34"/>
    <p:sldLayoutId id="2147483736" r:id="rId35"/>
    <p:sldLayoutId id="2147483737" r:id="rId36"/>
    <p:sldLayoutId id="2147483738" r:id="rId37"/>
    <p:sldLayoutId id="2147483750" r:id="rId38"/>
    <p:sldLayoutId id="2147483739" r:id="rId39"/>
    <p:sldLayoutId id="2147483740" r:id="rId40"/>
    <p:sldLayoutId id="2147483741" r:id="rId41"/>
    <p:sldLayoutId id="2147483742" r:id="rId42"/>
    <p:sldLayoutId id="2147483743" r:id="rId43"/>
    <p:sldLayoutId id="2147483744" r:id="rId44"/>
    <p:sldLayoutId id="2147483745" r:id="rId45"/>
    <p:sldLayoutId id="2147483746" r:id="rId46"/>
    <p:sldLayoutId id="2147483747" r:id="rId47"/>
    <p:sldLayoutId id="2147483748" r:id="rId48"/>
    <p:sldLayoutId id="2147483749" r:id="rId49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trello.com/b/jiApc4FH/mon-tableau-trello" TargetMode="Externa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github.com/julien-negrobar/melaina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C1B929DE-FBA0-CBEE-EEA9-844CA8435A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089219" cy="661951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72CCFC9B-DABA-2429-021A-68792D2E09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6157256"/>
            <a:ext cx="7747686" cy="784799"/>
          </a:xfrm>
        </p:spPr>
        <p:txBody>
          <a:bodyPr anchor="b">
            <a:normAutofit/>
          </a:bodyPr>
          <a:lstStyle/>
          <a:p>
            <a:r>
              <a:rPr lang="fr-FR" sz="2800" dirty="0"/>
              <a:t>Diagramme de cas d’utilisation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B3FD4DF-7980-A43D-1B94-37377A5853C3}"/>
              </a:ext>
            </a:extLst>
          </p:cNvPr>
          <p:cNvSpPr txBox="1"/>
          <p:nvPr/>
        </p:nvSpPr>
        <p:spPr>
          <a:xfrm>
            <a:off x="5288692" y="5189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6074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417D0-47D7-7BB7-F590-53F4BB452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118F01D3-1BBE-918E-A129-19F6F598A6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955" y="31636"/>
            <a:ext cx="10237166" cy="682477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E752227B-17B8-A3D5-319A-6E26E72FF9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6071615"/>
            <a:ext cx="7747686" cy="784799"/>
          </a:xfrm>
        </p:spPr>
        <p:txBody>
          <a:bodyPr anchor="b">
            <a:normAutofit/>
          </a:bodyPr>
          <a:lstStyle/>
          <a:p>
            <a:r>
              <a:rPr lang="fr-FR" sz="2800" dirty="0"/>
              <a:t>Diagramme de contexte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6078921-5B5A-725E-1A30-808D2E0121C5}"/>
              </a:ext>
            </a:extLst>
          </p:cNvPr>
          <p:cNvSpPr txBox="1"/>
          <p:nvPr/>
        </p:nvSpPr>
        <p:spPr>
          <a:xfrm>
            <a:off x="5288692" y="5189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12915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7B508-7F74-AAF8-8068-82B0A5BDE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texte, capture d’écran, diagramme, Police&#10;&#10;Le contenu généré par l’IA peut être incorrect.">
            <a:extLst>
              <a:ext uri="{FF2B5EF4-FFF2-40B4-BE49-F238E27FC236}">
                <a16:creationId xmlns:a16="http://schemas.microsoft.com/office/drawing/2014/main" id="{FFFF8422-D624-71C6-CBD8-FE4E44F97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173" y="-1"/>
            <a:ext cx="10307380" cy="687158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64A9966A-7B89-3970-C4E7-84BB4C7E50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6071615"/>
            <a:ext cx="7747686" cy="784799"/>
          </a:xfrm>
        </p:spPr>
        <p:txBody>
          <a:bodyPr anchor="b">
            <a:normAutofit/>
          </a:bodyPr>
          <a:lstStyle/>
          <a:p>
            <a:r>
              <a:rPr lang="fr-FR" sz="2800" dirty="0"/>
              <a:t>Schéma synoptique 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AB430F7-5F2D-3271-8C91-BE312EAC5386}"/>
              </a:ext>
            </a:extLst>
          </p:cNvPr>
          <p:cNvSpPr txBox="1"/>
          <p:nvPr/>
        </p:nvSpPr>
        <p:spPr>
          <a:xfrm>
            <a:off x="5288692" y="5189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8343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BF7A3DF2-4B93-529F-B3C4-582C4E65DA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1713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DC91A-FAD5-C22C-DE72-C8DDED2A6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08ADFDAC-DA58-B31E-1226-8902E9B16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69862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CE5E24D7-78F3-222A-279E-5D1B32CF43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6071615"/>
            <a:ext cx="7747686" cy="784799"/>
          </a:xfrm>
        </p:spPr>
        <p:txBody>
          <a:bodyPr anchor="b">
            <a:normAutofit/>
          </a:bodyPr>
          <a:lstStyle/>
          <a:p>
            <a:r>
              <a:rPr lang="fr-FR" sz="2800" dirty="0"/>
              <a:t>Diagramme de déploiement 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5E715A5-B8D9-6E1D-404D-11327AF4F922}"/>
              </a:ext>
            </a:extLst>
          </p:cNvPr>
          <p:cNvSpPr txBox="1"/>
          <p:nvPr/>
        </p:nvSpPr>
        <p:spPr>
          <a:xfrm>
            <a:off x="5288692" y="5189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121634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87192-17D8-E683-B81F-3BFAD1BA4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4FD332-9E96-B64D-3097-2216CB7E82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6071615"/>
            <a:ext cx="7747686" cy="784799"/>
          </a:xfrm>
        </p:spPr>
        <p:txBody>
          <a:bodyPr anchor="b">
            <a:normAutofit/>
          </a:bodyPr>
          <a:lstStyle/>
          <a:p>
            <a:r>
              <a:rPr lang="fr-FR" sz="2800" dirty="0"/>
              <a:t>Diagramme de classe 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7847F9E-6EED-6289-9571-2242589FA897}"/>
              </a:ext>
            </a:extLst>
          </p:cNvPr>
          <p:cNvSpPr txBox="1"/>
          <p:nvPr/>
        </p:nvSpPr>
        <p:spPr>
          <a:xfrm>
            <a:off x="5288692" y="5189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12294C4-FB5F-E92E-01B9-C4BB80A752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6498" y="0"/>
            <a:ext cx="4318005" cy="6856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6885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31BB3-5CA4-95D6-F859-7798562EE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DEA8AE0-1F7D-B6B5-85C5-D020FCCD17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6071615"/>
            <a:ext cx="7747686" cy="784799"/>
          </a:xfrm>
        </p:spPr>
        <p:txBody>
          <a:bodyPr anchor="b">
            <a:normAutofit/>
          </a:bodyPr>
          <a:lstStyle/>
          <a:p>
            <a:r>
              <a:rPr lang="fr-FR" sz="2800" dirty="0"/>
              <a:t>Nôtre TRELLO 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C5E4E33-0869-D54C-24AB-108A949C426A}"/>
              </a:ext>
            </a:extLst>
          </p:cNvPr>
          <p:cNvSpPr txBox="1"/>
          <p:nvPr/>
        </p:nvSpPr>
        <p:spPr>
          <a:xfrm>
            <a:off x="5288692" y="5189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  <p:pic>
        <p:nvPicPr>
          <p:cNvPr id="5" name="Image 4" descr="Une image contenant texte, multimédia, ordinateur, capture d’écran&#10;&#10;Le contenu généré par l’IA peut être incorrect.">
            <a:hlinkClick r:id="rId2"/>
            <a:extLst>
              <a:ext uri="{FF2B5EF4-FFF2-40B4-BE49-F238E27FC236}">
                <a16:creationId xmlns:a16="http://schemas.microsoft.com/office/drawing/2014/main" id="{D1F8F173-00A8-74CC-1E8F-CAFAEF44B9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589488" cy="6247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95751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A7B30-6703-63CA-1B8D-96BA7C752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D238B7-8C83-6B09-29A2-5748AD517A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6071615"/>
            <a:ext cx="7747686" cy="784799"/>
          </a:xfrm>
        </p:spPr>
        <p:txBody>
          <a:bodyPr anchor="b">
            <a:normAutofit/>
          </a:bodyPr>
          <a:lstStyle/>
          <a:p>
            <a:r>
              <a:rPr lang="fr-FR" sz="2800" dirty="0"/>
              <a:t>Nôtre GitHub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D128635-16D8-3EA6-2433-F4006DE64FEE}"/>
              </a:ext>
            </a:extLst>
          </p:cNvPr>
          <p:cNvSpPr txBox="1"/>
          <p:nvPr/>
        </p:nvSpPr>
        <p:spPr>
          <a:xfrm>
            <a:off x="5288692" y="5189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  <p:pic>
        <p:nvPicPr>
          <p:cNvPr id="3" name="Image 2">
            <a:hlinkClick r:id="rId2"/>
            <a:extLst>
              <a:ext uri="{FF2B5EF4-FFF2-40B4-BE49-F238E27FC236}">
                <a16:creationId xmlns:a16="http://schemas.microsoft.com/office/drawing/2014/main" id="{80822052-9518-AF28-E5AC-7771369929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"/>
            <a:ext cx="11652422" cy="6361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365821"/>
      </p:ext>
    </p:extLst>
  </p:cSld>
  <p:clrMapOvr>
    <a:masterClrMapping/>
  </p:clrMapOvr>
</p:sld>
</file>

<file path=ppt/theme/theme1.xml><?xml version="1.0" encoding="utf-8"?>
<a:theme xmlns:a="http://schemas.openxmlformats.org/drawingml/2006/main" name="Helena">
  <a:themeElements>
    <a:clrScheme name="Helen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" id="{83D43F4A-02D5-42AD-9542-27487597C212}" vid="{14154C61-C2E2-42F2-9833-4EC39495D4C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19</Words>
  <Application>Microsoft Macintosh PowerPoint</Application>
  <PresentationFormat>Grand écran</PresentationFormat>
  <Paragraphs>7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1" baseType="lpstr">
      <vt:lpstr>Arial</vt:lpstr>
      <vt:lpstr>Neue Haas Grotesk Text Pro</vt:lpstr>
      <vt:lpstr>Helena</vt:lpstr>
      <vt:lpstr>Diagramme de cas d’utilisation</vt:lpstr>
      <vt:lpstr>Diagramme de contexte</vt:lpstr>
      <vt:lpstr>Schéma synoptique </vt:lpstr>
      <vt:lpstr>Présentation PowerPoint</vt:lpstr>
      <vt:lpstr>Diagramme de déploiement </vt:lpstr>
      <vt:lpstr>Diagramme de classe </vt:lpstr>
      <vt:lpstr>Nôtre TRELLO </vt:lpstr>
      <vt:lpstr>Nôtre GitHub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Desrosiers</dc:creator>
  <cp:lastModifiedBy>jean ruddy DESROSIERS</cp:lastModifiedBy>
  <cp:revision>15</cp:revision>
  <dcterms:created xsi:type="dcterms:W3CDTF">2026-01-06T18:48:37Z</dcterms:created>
  <dcterms:modified xsi:type="dcterms:W3CDTF">2026-05-04T13:17:56Z</dcterms:modified>
</cp:coreProperties>
</file>