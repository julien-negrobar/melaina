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9" r:id="rId3"/>
    <p:sldId id="258" r:id="rId4"/>
    <p:sldId id="265" r:id="rId5"/>
    <p:sldId id="257" r:id="rId6"/>
    <p:sldId id="262" r:id="rId7"/>
    <p:sldId id="260" r:id="rId8"/>
    <p:sldId id="264" r:id="rId9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9"/>
  </p:normalViewPr>
  <p:slideViewPr>
    <p:cSldViewPr snapToGrid="0">
      <p:cViewPr varScale="1">
        <p:scale>
          <a:sx n="129" d="100"/>
          <a:sy n="129" d="100"/>
        </p:scale>
        <p:origin x="4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9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3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2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58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01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3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4/25/26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7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01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3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31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99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35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4/25/26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52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4/25/26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50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32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4/25/26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1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051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4/25/26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2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52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4/25/26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52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4/25/26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91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4/25/26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106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96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363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8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58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741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063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79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731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927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10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1122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913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6956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916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61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13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708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197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328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629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72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917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35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38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6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50" r:id="rId38"/>
    <p:sldLayoutId id="2147483739" r:id="rId39"/>
    <p:sldLayoutId id="2147483740" r:id="rId40"/>
    <p:sldLayoutId id="2147483741" r:id="rId41"/>
    <p:sldLayoutId id="2147483742" r:id="rId42"/>
    <p:sldLayoutId id="2147483743" r:id="rId43"/>
    <p:sldLayoutId id="2147483744" r:id="rId44"/>
    <p:sldLayoutId id="2147483745" r:id="rId45"/>
    <p:sldLayoutId id="2147483746" r:id="rId46"/>
    <p:sldLayoutId id="2147483747" r:id="rId47"/>
    <p:sldLayoutId id="2147483748" r:id="rId48"/>
    <p:sldLayoutId id="2147483749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trello.com/b/jiApc4FH/mon-tableau-trello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julien-negrobar/melain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diagramme,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AF7EFFC-B2D8-605D-0C3F-69831551E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" y="3848"/>
            <a:ext cx="10534131" cy="685415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2CCFC9B-DABA-2429-021A-68792D2E0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Diagramme de cas d’utilisation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3FD4DF-7980-A43D-1B94-37377A5853C3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07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17D0-47D7-7BB7-F590-53F4BB45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18F01D3-1BBE-918E-A129-19F6F598A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55" y="31636"/>
            <a:ext cx="10237166" cy="682477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52227B-17B8-A3D5-319A-6E26E72FF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Diagramme de contexte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6078921-5B5A-725E-1A30-808D2E0121C5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291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B508-7F74-AAF8-8068-82B0A5BD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FFFF8422-D624-71C6-CBD8-FE4E44F97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73" y="-1"/>
            <a:ext cx="10307380" cy="687158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4A9966A-7B89-3970-C4E7-84BB4C7E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Schéma synoptique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B430F7-5F2D-3271-8C91-BE312EAC5386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34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F7A3DF2-4B93-529F-B3C4-582C4E65D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7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DC91A-FAD5-C22C-DE72-C8DDED2A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7054ED8-11CD-87F7-A724-84814DD27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6545" cy="670891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E5E24D7-78F3-222A-279E-5D1B32CF4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Diagramme de déploiement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E715A5-B8D9-6E1D-404D-11327AF4F922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216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7192-17D8-E683-B81F-3BFAD1BA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FD332-9E96-B64D-3097-2216CB7E8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Diagramme de classe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847F9E-6EED-6289-9571-2242589FA897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12294C4-FB5F-E92E-01B9-C4BB80A7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8" y="0"/>
            <a:ext cx="4318005" cy="68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1BB3-5CA4-95D6-F859-7798562E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EA8AE0-1F7D-B6B5-85C5-D020FCCD1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Nôtre TRELLO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C5E4E33-0869-D54C-24AB-108A949C426A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5" name="Image 4" descr="Une image contenant texte, multimédia, ordinateur, capture d’écran&#10;&#10;Le contenu généré par l’IA peut être incorrect.">
            <a:hlinkClick r:id="rId2"/>
            <a:extLst>
              <a:ext uri="{FF2B5EF4-FFF2-40B4-BE49-F238E27FC236}">
                <a16:creationId xmlns:a16="http://schemas.microsoft.com/office/drawing/2014/main" id="{D1F8F173-00A8-74CC-1E8F-CAFAEF44B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589488" cy="62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7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7B30-6703-63CA-1B8D-96BA7C75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238B7-8C83-6B09-29A2-5748AD517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1615"/>
            <a:ext cx="7747686" cy="784799"/>
          </a:xfrm>
        </p:spPr>
        <p:txBody>
          <a:bodyPr anchor="b">
            <a:normAutofit/>
          </a:bodyPr>
          <a:lstStyle/>
          <a:p>
            <a:r>
              <a:rPr lang="fr-FR" sz="2800" dirty="0"/>
              <a:t>Nôtre GitHub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128635-16D8-3EA6-2433-F4006DE64FEE}"/>
              </a:ext>
            </a:extLst>
          </p:cNvPr>
          <p:cNvSpPr txBox="1"/>
          <p:nvPr/>
        </p:nvSpPr>
        <p:spPr>
          <a:xfrm>
            <a:off x="5288692" y="51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3" name="Image 2">
            <a:hlinkClick r:id="rId2"/>
            <a:extLst>
              <a:ext uri="{FF2B5EF4-FFF2-40B4-BE49-F238E27FC236}">
                <a16:creationId xmlns:a16="http://schemas.microsoft.com/office/drawing/2014/main" id="{80822052-9518-AF28-E5AC-77713699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1652422" cy="636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6582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19</Words>
  <Application>Microsoft Macintosh PowerPoint</Application>
  <PresentationFormat>Grand écran</PresentationFormat>
  <Paragraphs>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Helena</vt:lpstr>
      <vt:lpstr>Diagramme de cas d’utilisation</vt:lpstr>
      <vt:lpstr>Diagramme de contexte</vt:lpstr>
      <vt:lpstr>Schéma synoptique </vt:lpstr>
      <vt:lpstr>Présentation PowerPoint</vt:lpstr>
      <vt:lpstr>Diagramme de déploiement </vt:lpstr>
      <vt:lpstr>Diagramme de classe </vt:lpstr>
      <vt:lpstr>Nôtre TRELLO </vt:lpstr>
      <vt:lpstr>Nôtre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14</cp:revision>
  <dcterms:created xsi:type="dcterms:W3CDTF">2026-01-06T18:48:37Z</dcterms:created>
  <dcterms:modified xsi:type="dcterms:W3CDTF">2026-04-26T02:54:55Z</dcterms:modified>
</cp:coreProperties>
</file>