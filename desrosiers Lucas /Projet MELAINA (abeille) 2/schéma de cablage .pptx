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B778E-752A-97FE-56B0-BCE50F2B3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F337D9-0BF8-BA83-8F20-69B883046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938ECD-9C42-F3ED-9AC8-31B91145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B1F28E-34A1-FC76-86AE-2A191EC8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814DDE-358A-4D25-E133-C2A2C4C1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74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7177C-CD2E-9661-8D57-7BF4A387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B97B58-3A24-34C1-EB89-B95E567F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FEA5AB-117A-AB17-3EF9-09C6634E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811B53-E338-F5D7-062A-FD2C81CE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946618-AC52-E4E6-487F-121725B7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51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E2CBE-A2BF-F04F-EA26-E8CBB079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2931B4-7495-C5A4-3D56-0EA5E1B0E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423812-6496-FEDA-45EE-B15A9CE1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177BF3-5391-203F-8417-509D04CA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CDF9F4-3A78-8AFA-5EA0-89CA36C4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74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E644B-DD1E-DD03-0649-93845E1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D9014C-27DA-543A-9F58-0FC2FB5F8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00744F-0065-A8F3-B2DE-358046774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C78332-08AB-A364-2F44-136227D7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B39B45-5BF3-D8D3-69E6-04C4C774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7C35B7-1745-2129-9BDE-C8F46F54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9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92C83-10A3-962A-8AA1-3DF499D1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FA9AFD-F4C2-5C79-60C6-0E42E1B2B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BFA2D9-3A86-F251-E0AA-F91A77929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37186B-1505-B744-7D6E-14CD9568D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37CDB8-1C82-2D24-48FD-2D9C5ECDD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7080DF0-052E-022A-1A34-91CB33DF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ADAC3DF-8581-8C18-4DFF-BC5B0546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4F14B9-9953-BF25-7E3A-BD8954BD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1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F1528-CE72-337B-BD72-54961397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042F600-C327-29B4-7961-F4051ADE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BC00C2-0A0F-B93E-DCC7-376F6359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F3EBFC-FEF2-B4C7-A097-ABF3726F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21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BA9FCB9-803F-DA78-ADAB-8436CA30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0357E4A-FE57-642D-C32F-756E5F7B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2AA717-4ABD-50BA-833C-1F9F5BB3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60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8C732-D9B2-6C4B-AFDF-71475ED6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CA2886-05FA-1029-F41D-355C8821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B2B629-9A1E-AB06-15EE-F5BA2F493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D4B208-1866-B3DE-1284-7824B1E0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5E5278-7346-C1DA-3FCF-42B78EEB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AE7E24-DC48-99C5-D8D4-1B54E318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858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5D20F4-4564-A8DF-35AA-10C3BCCE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9C9BF5-7DF4-7D6D-0949-D88A8E4BA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696602-73FE-27C3-7FFB-64F53BDAA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45E363-A00F-44AF-B067-E59EE377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F9FEB-A746-83E5-587C-DFE15B2D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8C248-E537-3FDC-1992-8EB32D8F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72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7506B8-B21F-FC29-9D2A-D9731754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B4B79B-DECB-17F2-0812-FDF48EB3B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0CAA45-6969-1CC9-C690-D2D1B8DD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7D25B2-F8C2-34DE-1532-1F1F0515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101000-A4F5-DA4D-A37C-B4AA040A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93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9560C1-F474-C461-8BB2-DDE377E31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280DFE-06D8-C467-4284-311C43EA1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CA8BC3-A015-5139-4EB7-A7FA8F1E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02B8FD-1170-41FF-0254-B2538F04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DE2402-C268-44A9-F1E2-257AB74E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85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9D9D84-6A47-7BB1-2EB4-CDCBAE31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2E3A61-9D51-23B2-DDC3-6E75C556D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01D677-6497-DB6C-BD95-F684BB7C2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6391C-BEDB-F940-ACA5-F8650ECA3D6D}" type="datetimeFigureOut">
              <a:rPr lang="fr-FR" smtClean="0"/>
              <a:t>22/02/2026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CC7276-F02C-D16F-8928-D0A61F772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60928C-B6CC-19AA-CD6F-C683D4BDD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3F071-AFE6-5C4F-A24E-FB40F7E232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45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Q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C8C0648-A83B-4557-8948-947269DD8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92396">
            <a:off x="3520696" y="2396184"/>
            <a:ext cx="2233170" cy="14791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638AC11-424A-98F0-950F-E901C452A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71" y="1155031"/>
            <a:ext cx="3733865" cy="267556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5FFAA14-ABB6-9FC8-E589-33B9C27C3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196" y="4698331"/>
            <a:ext cx="2240188" cy="1696453"/>
          </a:xfrm>
          <a:prstGeom prst="rect">
            <a:avLst/>
          </a:prstGeom>
        </p:spPr>
      </p:pic>
      <p:sp>
        <p:nvSpPr>
          <p:cNvPr id="7" name="Forme libre 6">
            <a:extLst>
              <a:ext uri="{FF2B5EF4-FFF2-40B4-BE49-F238E27FC236}">
                <a16:creationId xmlns:a16="http://schemas.microsoft.com/office/drawing/2014/main" id="{F3F8F386-DEB2-5A14-13CE-D0E7334E8830}"/>
              </a:ext>
            </a:extLst>
          </p:cNvPr>
          <p:cNvSpPr/>
          <p:nvPr/>
        </p:nvSpPr>
        <p:spPr>
          <a:xfrm>
            <a:off x="891173" y="2827421"/>
            <a:ext cx="3728953" cy="2816070"/>
          </a:xfrm>
          <a:custGeom>
            <a:avLst/>
            <a:gdLst>
              <a:gd name="csX0" fmla="*/ 3728953 w 3728953"/>
              <a:gd name="csY0" fmla="*/ 2695074 h 2816070"/>
              <a:gd name="csX1" fmla="*/ 179638 w 3728953"/>
              <a:gd name="csY1" fmla="*/ 2502568 h 2816070"/>
              <a:gd name="csX2" fmla="*/ 528553 w 3728953"/>
              <a:gd name="csY2" fmla="*/ 0 h 2816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28953" h="2816070">
                <a:moveTo>
                  <a:pt x="3728953" y="2695074"/>
                </a:moveTo>
                <a:cubicBezTo>
                  <a:pt x="2220995" y="2823410"/>
                  <a:pt x="713038" y="2951747"/>
                  <a:pt x="179638" y="2502568"/>
                </a:cubicBezTo>
                <a:cubicBezTo>
                  <a:pt x="-353762" y="2053389"/>
                  <a:pt x="464385" y="401052"/>
                  <a:pt x="528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75ADCA0-FE8A-4D6E-275C-C8906CD9D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430" y="1888402"/>
            <a:ext cx="2677540" cy="2273969"/>
          </a:xfrm>
          <a:prstGeom prst="rect">
            <a:avLst/>
          </a:prstGeom>
        </p:spPr>
      </p:pic>
      <p:sp>
        <p:nvSpPr>
          <p:cNvPr id="11" name="Forme libre 10">
            <a:extLst>
              <a:ext uri="{FF2B5EF4-FFF2-40B4-BE49-F238E27FC236}">
                <a16:creationId xmlns:a16="http://schemas.microsoft.com/office/drawing/2014/main" id="{E1D88337-E227-C2C2-241C-67CDE1533C29}"/>
              </a:ext>
            </a:extLst>
          </p:cNvPr>
          <p:cNvSpPr/>
          <p:nvPr/>
        </p:nvSpPr>
        <p:spPr>
          <a:xfrm>
            <a:off x="1184046" y="578311"/>
            <a:ext cx="10301712" cy="2239030"/>
          </a:xfrm>
          <a:custGeom>
            <a:avLst/>
            <a:gdLst>
              <a:gd name="csX0" fmla="*/ 9158559 w 10301712"/>
              <a:gd name="csY0" fmla="*/ 2239030 h 2239030"/>
              <a:gd name="csX1" fmla="*/ 9566332 w 10301712"/>
              <a:gd name="csY1" fmla="*/ 533797 h 2239030"/>
              <a:gd name="csX2" fmla="*/ 644754 w 10301712"/>
              <a:gd name="csY2" fmla="*/ 14813 h 2239030"/>
              <a:gd name="csX3" fmla="*/ 1398516 w 10301712"/>
              <a:gd name="csY3" fmla="*/ 990997 h 223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301712" h="2239030">
                <a:moveTo>
                  <a:pt x="9158559" y="2239030"/>
                </a:moveTo>
                <a:cubicBezTo>
                  <a:pt x="10071929" y="1571765"/>
                  <a:pt x="10985299" y="904500"/>
                  <a:pt x="9566332" y="533797"/>
                </a:cubicBezTo>
                <a:cubicBezTo>
                  <a:pt x="8147365" y="163094"/>
                  <a:pt x="2006057" y="-61387"/>
                  <a:pt x="644754" y="14813"/>
                </a:cubicBezTo>
                <a:cubicBezTo>
                  <a:pt x="-716549" y="91013"/>
                  <a:pt x="340983" y="541005"/>
                  <a:pt x="1398516" y="990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E3E3DF9-22A8-26B1-5F8C-2B10A65884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571876" y="4514279"/>
            <a:ext cx="1916366" cy="1916366"/>
          </a:xfrm>
          <a:prstGeom prst="rect">
            <a:avLst/>
          </a:prstGeom>
        </p:spPr>
      </p:pic>
      <p:sp>
        <p:nvSpPr>
          <p:cNvPr id="14" name="Forme libre 13">
            <a:extLst>
              <a:ext uri="{FF2B5EF4-FFF2-40B4-BE49-F238E27FC236}">
                <a16:creationId xmlns:a16="http://schemas.microsoft.com/office/drawing/2014/main" id="{EC61147D-F3DD-17B5-CD53-7AA3589C55F7}"/>
              </a:ext>
            </a:extLst>
          </p:cNvPr>
          <p:cNvSpPr/>
          <p:nvPr/>
        </p:nvSpPr>
        <p:spPr>
          <a:xfrm>
            <a:off x="4300151" y="4151870"/>
            <a:ext cx="3435179" cy="1149179"/>
          </a:xfrm>
          <a:custGeom>
            <a:avLst/>
            <a:gdLst>
              <a:gd name="csX0" fmla="*/ 3435179 w 3435179"/>
              <a:gd name="csY0" fmla="*/ 1149179 h 1149179"/>
              <a:gd name="csX1" fmla="*/ 0 w 3435179"/>
              <a:gd name="csY1" fmla="*/ 0 h 1149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35179" h="1149179">
                <a:moveTo>
                  <a:pt x="3435179" y="1149179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0B6A390-50F3-A63C-78E8-2F622C01D8C8}"/>
              </a:ext>
            </a:extLst>
          </p:cNvPr>
          <p:cNvSpPr txBox="1"/>
          <p:nvPr/>
        </p:nvSpPr>
        <p:spPr>
          <a:xfrm>
            <a:off x="1184046" y="682209"/>
            <a:ext cx="3595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Connecter au port SERIAL/UART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F6B672A-5184-41FB-E64B-31EAF3949206}"/>
              </a:ext>
            </a:extLst>
          </p:cNvPr>
          <p:cNvSpPr txBox="1"/>
          <p:nvPr/>
        </p:nvSpPr>
        <p:spPr>
          <a:xfrm>
            <a:off x="1202102" y="5165124"/>
            <a:ext cx="343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Connecter a l’un des port I2C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BE65328-678C-EC9C-391E-48B363E0360B}"/>
              </a:ext>
            </a:extLst>
          </p:cNvPr>
          <p:cNvSpPr txBox="1"/>
          <p:nvPr/>
        </p:nvSpPr>
        <p:spPr>
          <a:xfrm rot="1097670">
            <a:off x="5323619" y="4425128"/>
            <a:ext cx="208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Alimentation </a:t>
            </a:r>
          </a:p>
        </p:txBody>
      </p:sp>
    </p:spTree>
    <p:extLst>
      <p:ext uri="{BB962C8B-B14F-4D97-AF65-F5344CB8AC3E}">
        <p14:creationId xmlns:p14="http://schemas.microsoft.com/office/powerpoint/2010/main" val="4807260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</Words>
  <Application>Microsoft Macintosh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Lucas Desrosiers</cp:lastModifiedBy>
  <cp:revision>2</cp:revision>
  <dcterms:created xsi:type="dcterms:W3CDTF">2026-02-22T17:57:03Z</dcterms:created>
  <dcterms:modified xsi:type="dcterms:W3CDTF">2026-02-22T18:56:07Z</dcterms:modified>
</cp:coreProperties>
</file>