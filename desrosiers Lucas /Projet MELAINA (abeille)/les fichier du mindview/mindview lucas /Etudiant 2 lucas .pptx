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fr-MQ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06" d="100"/>
          <a:sy n="106" d="100"/>
        </p:scale>
        <p:origin x="1336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5301B33-03D2-99EC-AD91-7B06900C54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9B9745A-B746-0F67-07C9-43F828C14C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740F215-B8EE-F081-9A9E-D11D0DAD5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C5358-DCFB-654B-B018-27D69D127FCB}" type="datetimeFigureOut">
              <a:rPr lang="fr-FR" smtClean="0"/>
              <a:t>06/01/2026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633EE05-F140-A5A3-997A-D6150571C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45D6CBE-21BC-4144-4EDF-E44069BDD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C6BF7-FFE9-074C-ABA7-BF824333583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38031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0D5A1ED-E76A-5F9C-DD99-76A546F94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A4E4CE4-2F3C-4CB4-CF26-7B5B887E8B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F38FD92-D000-501F-0A09-CA388AB39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C5358-DCFB-654B-B018-27D69D127FCB}" type="datetimeFigureOut">
              <a:rPr lang="fr-FR" smtClean="0"/>
              <a:t>06/01/2026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4F30F33-D9F8-D563-E402-A94A21E0E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F713A63-509A-909C-2F1B-A46213B50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C6BF7-FFE9-074C-ABA7-BF824333583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182663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FAA4534-F334-129F-B923-5D9BA2598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860D569-9DD8-855F-B5D4-362E7EA82D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6F691C2-B502-70F2-135C-C51EB25F2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C5358-DCFB-654B-B018-27D69D127FCB}" type="datetimeFigureOut">
              <a:rPr lang="fr-FR" smtClean="0"/>
              <a:t>06/01/2026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74F1E32-7720-52F5-ADC0-61CF477EE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68712B0-18DA-934D-C473-26EE0D1AF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C6BF7-FFE9-074C-ABA7-BF824333583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353995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523FE7-C2E4-FDE1-60BE-176286267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59A7B96-847A-B8DB-C8AD-D325E39C2D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BEBC17A-8403-B124-C8D0-D7F4BF8315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4BCC684-A33B-0C5A-A0F4-1306F4075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C5358-DCFB-654B-B018-27D69D127FCB}" type="datetimeFigureOut">
              <a:rPr lang="fr-FR" smtClean="0"/>
              <a:t>06/01/2026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D1227D9-83F2-6836-91EC-828624E1B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4B4466C-4A85-5CC1-7F42-A295681CD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C6BF7-FFE9-074C-ABA7-BF824333583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984493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352E567-60A1-9460-C847-543D4EFD66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9B9CF03-6D94-2C24-854B-CC71D4F0EA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6C822A3-8CF2-311A-131C-013DB89809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24FB1A6-F2D1-0351-C95F-DB548F5F0C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729E5BF-7E40-EB7F-CF66-DC787420CE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034F2D1D-4DEF-E50A-96F9-68504753C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C5358-DCFB-654B-B018-27D69D127FCB}" type="datetimeFigureOut">
              <a:rPr lang="fr-FR" smtClean="0"/>
              <a:t>06/01/2026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46C3488-B3DD-647C-7117-FB8E76226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327FB23E-2861-BEF7-650C-85713E44E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C6BF7-FFE9-074C-ABA7-BF824333583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610615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A9C59A5-98CB-BADB-0F53-D8B45F378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AF5F584F-F514-E84A-8C86-D9EF24E66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C5358-DCFB-654B-B018-27D69D127FCB}" type="datetimeFigureOut">
              <a:rPr lang="fr-FR" smtClean="0"/>
              <a:t>06/01/2026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CA2EB51-6339-8C9C-03EB-BE8947597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9462E6E-5D87-84AD-AF20-641B6603C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C6BF7-FFE9-074C-ABA7-BF824333583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0783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0677940F-D348-0458-EB12-D9CFC4D2A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C5358-DCFB-654B-B018-27D69D127FCB}" type="datetimeFigureOut">
              <a:rPr lang="fr-FR" smtClean="0"/>
              <a:t>06/01/2026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ED38E45-CDAE-6228-43F1-F385CA73D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33B03B1-2B35-092C-0347-7E829DE62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C6BF7-FFE9-074C-ABA7-BF824333583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997762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242B47E-D808-2014-6AAA-934F8B141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2B57839-45F4-5CDC-23E3-BDB7CAA722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EB4056A-6BFB-D225-57A2-C9A686D9B7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4BA7748-97C7-7B8F-028B-1A9D3FE5F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C5358-DCFB-654B-B018-27D69D127FCB}" type="datetimeFigureOut">
              <a:rPr lang="fr-FR" smtClean="0"/>
              <a:t>06/01/2026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1928649-0BA6-367D-A0D2-6145EE50B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55DFA79-69F0-1746-FEF6-A5B4B85C2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C6BF7-FFE9-074C-ABA7-BF824333583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358981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8D45D44-0031-B5E4-06FF-4118F16A9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C090F0BD-C572-D270-4666-A1F7C06468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8880BBA-D515-FAD5-620F-BD08CC43CA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B40125D-19D7-1587-72B9-07666A95B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C5358-DCFB-654B-B018-27D69D127FCB}" type="datetimeFigureOut">
              <a:rPr lang="fr-FR" smtClean="0"/>
              <a:t>06/01/2026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3896A6B-C4DD-F9C5-7FF1-A0B281495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F361C1A-77A0-BF92-F8DF-95B93BD09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C6BF7-FFE9-074C-ABA7-BF824333583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0892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8839127-671A-3BC4-9314-C8057FAF3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A1627D3-97E3-D06C-6C22-AC78BAFE49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6F0FD49-EB9F-2D76-DE4B-0D03E0A6E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C5358-DCFB-654B-B018-27D69D127FCB}" type="datetimeFigureOut">
              <a:rPr lang="fr-FR" smtClean="0"/>
              <a:t>06/01/2026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34613BA-511E-2AB9-DA4B-ACAFA0AEA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8764FDC-DC7D-4C31-FC8C-AD56FF244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C6BF7-FFE9-074C-ABA7-BF824333583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856585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D1BA3E5C-F15C-2601-770E-A3F1EC9D27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1CD8BB4-367D-D9BA-7668-53A866F104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D1E9562-1C36-ADE9-71D4-56D9FE8CA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C5358-DCFB-654B-B018-27D69D127FCB}" type="datetimeFigureOut">
              <a:rPr lang="fr-FR" smtClean="0"/>
              <a:t>06/01/2026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01FFF9F-65C3-4647-51FA-C02627B33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26E3814-3788-D0A2-EDA7-C40D0F07E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C6BF7-FFE9-074C-ABA7-BF824333583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24622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00000604-4798-545B-1E93-810C85AE0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F823C67-73E8-EFCF-83F0-DED10B153F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8AFF56E-E7A0-6FC1-8D03-E802E2CD41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AC5358-DCFB-654B-B018-27D69D127FCB}" type="datetimeFigureOut">
              <a:rPr lang="fr-FR" smtClean="0"/>
              <a:t>06/01/2026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807A063-EEF0-6574-81E7-2BD07BEA39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2A91CB9-CBFE-CB3B-053D-2183ADA1D1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9C6BF7-FFE9-074C-ABA7-BF824333583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58381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MQ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F828D28-8E09-41CC-8229-3070B5467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1D11A595-F853-BEAB-F08D-91EDDC5E117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12" r="1" b="1"/>
          <a:stretch>
            <a:fillRect/>
          </a:stretch>
        </p:blipFill>
        <p:spPr>
          <a:xfrm>
            <a:off x="20" y="-22"/>
            <a:ext cx="12191977" cy="6858022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D5B012D8-7F27-4758-9AC6-C889B154BD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103377" y="1100316"/>
            <a:ext cx="6858003" cy="4657347"/>
          </a:xfrm>
          <a:prstGeom prst="rect">
            <a:avLst/>
          </a:prstGeom>
          <a:gradFill flip="none" rotWithShape="1">
            <a:gsLst>
              <a:gs pos="48000">
                <a:srgbClr val="000000">
                  <a:alpha val="24000"/>
                </a:srgbClr>
              </a:gs>
              <a:gs pos="85000">
                <a:srgbClr val="000000">
                  <a:alpha val="45000"/>
                </a:srgbClr>
              </a:gs>
              <a:gs pos="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063B759-00FC-46D1-9898-8E8625268F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40187" y="2206184"/>
            <a:ext cx="6858003" cy="2445624"/>
          </a:xfrm>
          <a:prstGeom prst="rect">
            <a:avLst/>
          </a:prstGeom>
          <a:gradFill flip="none" rotWithShape="1">
            <a:gsLst>
              <a:gs pos="48000">
                <a:srgbClr val="000000">
                  <a:alpha val="24000"/>
                </a:srgbClr>
              </a:gs>
              <a:gs pos="85000">
                <a:srgbClr val="000000">
                  <a:alpha val="45000"/>
                </a:srgbClr>
              </a:gs>
              <a:gs pos="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0675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38EE9DAE-363E-EB06-D725-49140AB45B0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48020" y="1370770"/>
            <a:ext cx="4619621" cy="384366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lang="fr-FR" altLang="fr-MQ" sz="2000" dirty="0">
                <a:latin typeface="Arial" panose="020B0604020202020204" pitchFamily="34" charset="0"/>
              </a:rPr>
              <a:t>F</a:t>
            </a:r>
            <a:r>
              <a:rPr lang="fr-MQ" altLang="fr-MQ" sz="2000" dirty="0">
                <a:latin typeface="Arial" panose="020B0604020202020204" pitchFamily="34" charset="0"/>
              </a:rPr>
              <a:t>aire la: </a:t>
            </a:r>
            <a:endParaRPr kumimoji="0" lang="fr-MQ" altLang="fr-MQ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fr-MQ" altLang="fr-MQ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Mesure température extérieure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fr-MQ" altLang="fr-MQ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fr-MQ" altLang="fr-MQ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Mesure humidité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fr-MQ" altLang="fr-MQ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fr-MQ" altLang="fr-MQ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Détection de seuils critiques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fr-MQ" altLang="fr-MQ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fr-MQ" altLang="fr-MQ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Transmission des données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fr-MQ" altLang="fr-MQ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fr-MQ" altLang="fr-MQ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Localisation GPS en cas de vol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3088AFFF-8F71-8786-4F1C-5E3047A700B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304" r="23311" b="1"/>
          <a:stretch>
            <a:fillRect/>
          </a:stretch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80052E2F-E96B-EB00-C79B-44EB2929F2FF}"/>
              </a:ext>
            </a:extLst>
          </p:cNvPr>
          <p:cNvSpPr txBox="1"/>
          <p:nvPr/>
        </p:nvSpPr>
        <p:spPr>
          <a:xfrm>
            <a:off x="0" y="0"/>
            <a:ext cx="3506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/>
              <a:t>Ma mission </a:t>
            </a:r>
          </a:p>
        </p:txBody>
      </p:sp>
    </p:spTree>
    <p:extLst>
      <p:ext uri="{BB962C8B-B14F-4D97-AF65-F5344CB8AC3E}">
        <p14:creationId xmlns:p14="http://schemas.microsoft.com/office/powerpoint/2010/main" val="16612057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63B1DFF-F83B-A949-1D30-C4199A0DF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5251316" cy="1807305"/>
          </a:xfrm>
        </p:spPr>
        <p:txBody>
          <a:bodyPr>
            <a:normAutofit/>
          </a:bodyPr>
          <a:lstStyle/>
          <a:p>
            <a:r>
              <a:rPr lang="fr-FR" sz="3800" dirty="0"/>
              <a:t>Ce que je ne dois pas faire </a:t>
            </a:r>
          </a:p>
        </p:txBody>
      </p:sp>
      <p:pic>
        <p:nvPicPr>
          <p:cNvPr id="5" name="Espace réservé du contenu 4" descr="Une image contenant intérieur, table, ordinateur portable, vase&#10;&#10;Le contenu généré par l’IA peut être incorrect.">
            <a:extLst>
              <a:ext uri="{FF2B5EF4-FFF2-40B4-BE49-F238E27FC236}">
                <a16:creationId xmlns:a16="http://schemas.microsoft.com/office/drawing/2014/main" id="{D91B5955-EEE7-37EC-CFB6-5B9E7D6B8B2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682" r="23281" b="1"/>
          <a:stretch>
            <a:fillRect/>
          </a:stretch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FAE039BE-9660-A148-A101-2704B121374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19372" y="2438802"/>
            <a:ext cx="4672914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fr-MQ" altLang="fr-MQ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Mesure de masse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fr-MQ" altLang="fr-MQ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fr-MQ" altLang="fr-MQ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Interface web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MQ" altLang="fr-MQ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fr-MQ" altLang="fr-MQ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Base de données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MQ" altLang="fr-MQ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fr-MQ" altLang="fr-MQ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Gestion serveur</a:t>
            </a:r>
          </a:p>
        </p:txBody>
      </p:sp>
    </p:spTree>
    <p:extLst>
      <p:ext uri="{BB962C8B-B14F-4D97-AF65-F5344CB8AC3E}">
        <p14:creationId xmlns:p14="http://schemas.microsoft.com/office/powerpoint/2010/main" val="210295378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41</Words>
  <Application>Microsoft Macintosh PowerPoint</Application>
  <PresentationFormat>Grand écran</PresentationFormat>
  <Paragraphs>19</Paragraphs>
  <Slides>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Thème Office</vt:lpstr>
      <vt:lpstr>Présentation PowerPoint</vt:lpstr>
      <vt:lpstr>Présentation PowerPoint</vt:lpstr>
      <vt:lpstr>Ce que je ne dois pas faire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Lucas Desrosiers</dc:creator>
  <cp:lastModifiedBy>Lucas Desrosiers</cp:lastModifiedBy>
  <cp:revision>1</cp:revision>
  <dcterms:created xsi:type="dcterms:W3CDTF">2026-01-06T23:36:52Z</dcterms:created>
  <dcterms:modified xsi:type="dcterms:W3CDTF">2026-01-07T00:05:54Z</dcterms:modified>
</cp:coreProperties>
</file>